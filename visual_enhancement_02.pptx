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6"/>
  </p:notesMasterIdLst>
  <p:sldIdLst>
    <p:sldId id="2987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7286AA3-8EA5-433B-AF13-43B1A268A842}" v="312" dt="2025-12-16T13:33:01.262"/>
    <p1510:client id="{80198029-E92D-36AF-9AA4-51CC8DA04012}" v="22" dt="2025-12-17T15:47:31.556"/>
    <p1510:client id="{8962143A-A513-C8E6-22E2-F0AB26393CA0}" v="5" dt="2025-12-17T16:00:29.768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384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moke Bada" userId="cfd02ffc-285a-4cce-82de-ccc89d3d7be5" providerId="ADAL" clId="{463274BF-6F6A-4DAF-93F0-34C61D4C925E}"/>
    <pc:docChg chg="undo custSel modSld">
      <pc:chgData name="Emoke Bada" userId="cfd02ffc-285a-4cce-82de-ccc89d3d7be5" providerId="ADAL" clId="{463274BF-6F6A-4DAF-93F0-34C61D4C925E}" dt="2025-12-16T13:33:01.262" v="417" actId="20577"/>
      <pc:docMkLst>
        <pc:docMk/>
      </pc:docMkLst>
      <pc:sldChg chg="addSp modSp mod">
        <pc:chgData name="Emoke Bada" userId="cfd02ffc-285a-4cce-82de-ccc89d3d7be5" providerId="ADAL" clId="{463274BF-6F6A-4DAF-93F0-34C61D4C925E}" dt="2025-12-16T12:48:48.753" v="67" actId="1076"/>
        <pc:sldMkLst>
          <pc:docMk/>
          <pc:sldMk cId="1694085564" sldId="257"/>
        </pc:sldMkLst>
        <pc:spChg chg="add mod">
          <ac:chgData name="Emoke Bada" userId="cfd02ffc-285a-4cce-82de-ccc89d3d7be5" providerId="ADAL" clId="{463274BF-6F6A-4DAF-93F0-34C61D4C925E}" dt="2025-12-16T12:47:42.235" v="58" actId="207"/>
          <ac:spMkLst>
            <pc:docMk/>
            <pc:sldMk cId="1694085564" sldId="257"/>
            <ac:spMk id="5" creationId="{25026F4C-473A-4BEA-8EA6-C6C83EE3031D}"/>
          </ac:spMkLst>
        </pc:spChg>
        <pc:spChg chg="mod">
          <ac:chgData name="Emoke Bada" userId="cfd02ffc-285a-4cce-82de-ccc89d3d7be5" providerId="ADAL" clId="{463274BF-6F6A-4DAF-93F0-34C61D4C925E}" dt="2025-12-16T12:48:28.514" v="65" actId="207"/>
          <ac:spMkLst>
            <pc:docMk/>
            <pc:sldMk cId="1694085564" sldId="257"/>
            <ac:spMk id="6" creationId="{BDBCC91C-F570-B26A-DBF9-FE61B237D553}"/>
          </ac:spMkLst>
        </pc:spChg>
        <pc:spChg chg="mod">
          <ac:chgData name="Emoke Bada" userId="cfd02ffc-285a-4cce-82de-ccc89d3d7be5" providerId="ADAL" clId="{463274BF-6F6A-4DAF-93F0-34C61D4C925E}" dt="2025-12-16T12:48:18.664" v="63" actId="207"/>
          <ac:spMkLst>
            <pc:docMk/>
            <pc:sldMk cId="1694085564" sldId="257"/>
            <ac:spMk id="8" creationId="{D5A1C7E3-C831-B639-8FC4-79A07CCB5BE0}"/>
          </ac:spMkLst>
        </pc:spChg>
        <pc:spChg chg="mod">
          <ac:chgData name="Emoke Bada" userId="cfd02ffc-285a-4cce-82de-ccc89d3d7be5" providerId="ADAL" clId="{463274BF-6F6A-4DAF-93F0-34C61D4C925E}" dt="2025-12-16T12:47:48.676" v="59" actId="207"/>
          <ac:spMkLst>
            <pc:docMk/>
            <pc:sldMk cId="1694085564" sldId="257"/>
            <ac:spMk id="10" creationId="{5F6F1BDB-7CAC-88CE-50D8-8076894990E4}"/>
          </ac:spMkLst>
        </pc:spChg>
        <pc:spChg chg="mod">
          <ac:chgData name="Emoke Bada" userId="cfd02ffc-285a-4cce-82de-ccc89d3d7be5" providerId="ADAL" clId="{463274BF-6F6A-4DAF-93F0-34C61D4C925E}" dt="2025-12-16T12:48:07.424" v="61" actId="207"/>
          <ac:spMkLst>
            <pc:docMk/>
            <pc:sldMk cId="1694085564" sldId="257"/>
            <ac:spMk id="12" creationId="{776FC63F-6F38-9F41-F88E-68F9578BCA06}"/>
          </ac:spMkLst>
        </pc:spChg>
        <pc:spChg chg="mod">
          <ac:chgData name="Emoke Bada" userId="cfd02ffc-285a-4cce-82de-ccc89d3d7be5" providerId="ADAL" clId="{463274BF-6F6A-4DAF-93F0-34C61D4C925E}" dt="2025-12-16T12:47:56.984" v="60" actId="207"/>
          <ac:spMkLst>
            <pc:docMk/>
            <pc:sldMk cId="1694085564" sldId="257"/>
            <ac:spMk id="14" creationId="{A128872B-DB8E-B665-5B39-3928DA099EAE}"/>
          </ac:spMkLst>
        </pc:spChg>
        <pc:spChg chg="mod">
          <ac:chgData name="Emoke Bada" userId="cfd02ffc-285a-4cce-82de-ccc89d3d7be5" providerId="ADAL" clId="{463274BF-6F6A-4DAF-93F0-34C61D4C925E}" dt="2025-12-16T12:48:07.424" v="61" actId="207"/>
          <ac:spMkLst>
            <pc:docMk/>
            <pc:sldMk cId="1694085564" sldId="257"/>
            <ac:spMk id="16" creationId="{C469EB18-9B78-9FDF-9B1F-F21927C973DA}"/>
          </ac:spMkLst>
        </pc:spChg>
        <pc:spChg chg="mod">
          <ac:chgData name="Emoke Bada" userId="cfd02ffc-285a-4cce-82de-ccc89d3d7be5" providerId="ADAL" clId="{463274BF-6F6A-4DAF-93F0-34C61D4C925E}" dt="2025-12-16T12:47:56.984" v="60" actId="207"/>
          <ac:spMkLst>
            <pc:docMk/>
            <pc:sldMk cId="1694085564" sldId="257"/>
            <ac:spMk id="18" creationId="{DB4E9A1E-94ED-A0EA-D781-55EE53780FF4}"/>
          </ac:spMkLst>
        </pc:spChg>
        <pc:spChg chg="mod">
          <ac:chgData name="Emoke Bada" userId="cfd02ffc-285a-4cce-82de-ccc89d3d7be5" providerId="ADAL" clId="{463274BF-6F6A-4DAF-93F0-34C61D4C925E}" dt="2025-12-16T12:48:18.664" v="63" actId="207"/>
          <ac:spMkLst>
            <pc:docMk/>
            <pc:sldMk cId="1694085564" sldId="257"/>
            <ac:spMk id="20" creationId="{C861BEF9-930B-902D-C5BD-A15F8E0F2703}"/>
          </ac:spMkLst>
        </pc:spChg>
        <pc:spChg chg="mod">
          <ac:chgData name="Emoke Bada" userId="cfd02ffc-285a-4cce-82de-ccc89d3d7be5" providerId="ADAL" clId="{463274BF-6F6A-4DAF-93F0-34C61D4C925E}" dt="2025-12-16T12:48:12.066" v="62" actId="207"/>
          <ac:spMkLst>
            <pc:docMk/>
            <pc:sldMk cId="1694085564" sldId="257"/>
            <ac:spMk id="22" creationId="{EA056A6A-0255-AF97-EDFD-1F5C599EA36B}"/>
          </ac:spMkLst>
        </pc:spChg>
        <pc:spChg chg="mod">
          <ac:chgData name="Emoke Bada" userId="cfd02ffc-285a-4cce-82de-ccc89d3d7be5" providerId="ADAL" clId="{463274BF-6F6A-4DAF-93F0-34C61D4C925E}" dt="2025-12-16T12:48:12.066" v="62" actId="207"/>
          <ac:spMkLst>
            <pc:docMk/>
            <pc:sldMk cId="1694085564" sldId="257"/>
            <ac:spMk id="24" creationId="{FF101E8D-265A-3353-7563-90FFE3FD9E8C}"/>
          </ac:spMkLst>
        </pc:spChg>
        <pc:spChg chg="mod">
          <ac:chgData name="Emoke Bada" userId="cfd02ffc-285a-4cce-82de-ccc89d3d7be5" providerId="ADAL" clId="{463274BF-6F6A-4DAF-93F0-34C61D4C925E}" dt="2025-12-16T12:48:18.664" v="63" actId="207"/>
          <ac:spMkLst>
            <pc:docMk/>
            <pc:sldMk cId="1694085564" sldId="257"/>
            <ac:spMk id="26" creationId="{E7F4C37B-FF96-5150-9B71-D13D0388799E}"/>
          </ac:spMkLst>
        </pc:spChg>
        <pc:spChg chg="mod">
          <ac:chgData name="Emoke Bada" userId="cfd02ffc-285a-4cce-82de-ccc89d3d7be5" providerId="ADAL" clId="{463274BF-6F6A-4DAF-93F0-34C61D4C925E}" dt="2025-12-16T12:48:07.424" v="61" actId="207"/>
          <ac:spMkLst>
            <pc:docMk/>
            <pc:sldMk cId="1694085564" sldId="257"/>
            <ac:spMk id="30" creationId="{2B99591F-C68A-5F7F-C18D-7CC7E888CA70}"/>
          </ac:spMkLst>
        </pc:spChg>
        <pc:spChg chg="mod">
          <ac:chgData name="Emoke Bada" userId="cfd02ffc-285a-4cce-82de-ccc89d3d7be5" providerId="ADAL" clId="{463274BF-6F6A-4DAF-93F0-34C61D4C925E}" dt="2025-12-16T12:48:07.424" v="61" actId="207"/>
          <ac:spMkLst>
            <pc:docMk/>
            <pc:sldMk cId="1694085564" sldId="257"/>
            <ac:spMk id="32" creationId="{A54477C5-3BB7-2046-8AE5-086B632A22F1}"/>
          </ac:spMkLst>
        </pc:spChg>
        <pc:spChg chg="mod">
          <ac:chgData name="Emoke Bada" userId="cfd02ffc-285a-4cce-82de-ccc89d3d7be5" providerId="ADAL" clId="{463274BF-6F6A-4DAF-93F0-34C61D4C925E}" dt="2025-12-16T12:47:56.984" v="60" actId="207"/>
          <ac:spMkLst>
            <pc:docMk/>
            <pc:sldMk cId="1694085564" sldId="257"/>
            <ac:spMk id="34" creationId="{A38FDB98-9E6A-2CA2-9917-59AA0E5E4692}"/>
          </ac:spMkLst>
        </pc:spChg>
        <pc:spChg chg="mod">
          <ac:chgData name="Emoke Bada" userId="cfd02ffc-285a-4cce-82de-ccc89d3d7be5" providerId="ADAL" clId="{463274BF-6F6A-4DAF-93F0-34C61D4C925E}" dt="2025-12-16T12:48:07.424" v="61" actId="207"/>
          <ac:spMkLst>
            <pc:docMk/>
            <pc:sldMk cId="1694085564" sldId="257"/>
            <ac:spMk id="36" creationId="{CDB77B13-ABA6-0865-2719-29657BE8ECE3}"/>
          </ac:spMkLst>
        </pc:spChg>
        <pc:spChg chg="mod">
          <ac:chgData name="Emoke Bada" userId="cfd02ffc-285a-4cce-82de-ccc89d3d7be5" providerId="ADAL" clId="{463274BF-6F6A-4DAF-93F0-34C61D4C925E}" dt="2025-12-16T12:47:56.984" v="60" actId="207"/>
          <ac:spMkLst>
            <pc:docMk/>
            <pc:sldMk cId="1694085564" sldId="257"/>
            <ac:spMk id="38" creationId="{CE449D34-421F-FA9C-F3E8-94C2C0E6EF27}"/>
          </ac:spMkLst>
        </pc:spChg>
        <pc:spChg chg="mod">
          <ac:chgData name="Emoke Bada" userId="cfd02ffc-285a-4cce-82de-ccc89d3d7be5" providerId="ADAL" clId="{463274BF-6F6A-4DAF-93F0-34C61D4C925E}" dt="2025-12-16T12:48:07.424" v="61" actId="207"/>
          <ac:spMkLst>
            <pc:docMk/>
            <pc:sldMk cId="1694085564" sldId="257"/>
            <ac:spMk id="40" creationId="{B251997E-5DEB-EDA7-680C-41EB2E7008FE}"/>
          </ac:spMkLst>
        </pc:spChg>
        <pc:spChg chg="mod">
          <ac:chgData name="Emoke Bada" userId="cfd02ffc-285a-4cce-82de-ccc89d3d7be5" providerId="ADAL" clId="{463274BF-6F6A-4DAF-93F0-34C61D4C925E}" dt="2025-12-16T12:47:48.676" v="59" actId="207"/>
          <ac:spMkLst>
            <pc:docMk/>
            <pc:sldMk cId="1694085564" sldId="257"/>
            <ac:spMk id="41" creationId="{B9DAE937-675C-1CCE-936E-0CE54776C16B}"/>
          </ac:spMkLst>
        </pc:spChg>
        <pc:spChg chg="mod">
          <ac:chgData name="Emoke Bada" userId="cfd02ffc-285a-4cce-82de-ccc89d3d7be5" providerId="ADAL" clId="{463274BF-6F6A-4DAF-93F0-34C61D4C925E}" dt="2025-12-16T12:47:48.676" v="59" actId="207"/>
          <ac:spMkLst>
            <pc:docMk/>
            <pc:sldMk cId="1694085564" sldId="257"/>
            <ac:spMk id="42" creationId="{9FD8A476-627F-83A6-7F94-7264DD132CD7}"/>
          </ac:spMkLst>
        </pc:spChg>
        <pc:spChg chg="mod">
          <ac:chgData name="Emoke Bada" userId="cfd02ffc-285a-4cce-82de-ccc89d3d7be5" providerId="ADAL" clId="{463274BF-6F6A-4DAF-93F0-34C61D4C925E}" dt="2025-12-16T12:47:48.676" v="59" actId="207"/>
          <ac:spMkLst>
            <pc:docMk/>
            <pc:sldMk cId="1694085564" sldId="257"/>
            <ac:spMk id="43" creationId="{4381C33F-C776-21DC-9EA1-FE997D0668C5}"/>
          </ac:spMkLst>
        </pc:spChg>
        <pc:spChg chg="mod">
          <ac:chgData name="Emoke Bada" userId="cfd02ffc-285a-4cce-82de-ccc89d3d7be5" providerId="ADAL" clId="{463274BF-6F6A-4DAF-93F0-34C61D4C925E}" dt="2025-12-16T12:47:48.676" v="59" actId="207"/>
          <ac:spMkLst>
            <pc:docMk/>
            <pc:sldMk cId="1694085564" sldId="257"/>
            <ac:spMk id="44" creationId="{8814C993-B399-52E4-8CA9-46C533D65B68}"/>
          </ac:spMkLst>
        </pc:spChg>
        <pc:spChg chg="mod">
          <ac:chgData name="Emoke Bada" userId="cfd02ffc-285a-4cce-82de-ccc89d3d7be5" providerId="ADAL" clId="{463274BF-6F6A-4DAF-93F0-34C61D4C925E}" dt="2025-12-16T12:47:48.676" v="59" actId="207"/>
          <ac:spMkLst>
            <pc:docMk/>
            <pc:sldMk cId="1694085564" sldId="257"/>
            <ac:spMk id="45" creationId="{07AAFE99-B52D-25B5-F1BF-82C83BA17867}"/>
          </ac:spMkLst>
        </pc:spChg>
        <pc:spChg chg="add mod">
          <ac:chgData name="Emoke Bada" userId="cfd02ffc-285a-4cce-82de-ccc89d3d7be5" providerId="ADAL" clId="{463274BF-6F6A-4DAF-93F0-34C61D4C925E}" dt="2025-12-16T12:47:10.559" v="55"/>
          <ac:spMkLst>
            <pc:docMk/>
            <pc:sldMk cId="1694085564" sldId="257"/>
            <ac:spMk id="47" creationId="{BA0F4804-965A-4D45-BB3C-94311F6F197D}"/>
          </ac:spMkLst>
        </pc:spChg>
        <pc:spChg chg="mod">
          <ac:chgData name="Emoke Bada" userId="cfd02ffc-285a-4cce-82de-ccc89d3d7be5" providerId="ADAL" clId="{463274BF-6F6A-4DAF-93F0-34C61D4C925E}" dt="2025-12-16T12:47:48.676" v="59" actId="207"/>
          <ac:spMkLst>
            <pc:docMk/>
            <pc:sldMk cId="1694085564" sldId="257"/>
            <ac:spMk id="49" creationId="{4044DC30-67AF-F09F-960A-23D811855B78}"/>
          </ac:spMkLst>
        </pc:spChg>
        <pc:spChg chg="mod">
          <ac:chgData name="Emoke Bada" userId="cfd02ffc-285a-4cce-82de-ccc89d3d7be5" providerId="ADAL" clId="{463274BF-6F6A-4DAF-93F0-34C61D4C925E}" dt="2025-12-16T12:48:28.514" v="65" actId="207"/>
          <ac:spMkLst>
            <pc:docMk/>
            <pc:sldMk cId="1694085564" sldId="257"/>
            <ac:spMk id="53" creationId="{26561DF0-D89E-05EE-C38D-4D26ADA20399}"/>
          </ac:spMkLst>
        </pc:spChg>
        <pc:spChg chg="mod">
          <ac:chgData name="Emoke Bada" userId="cfd02ffc-285a-4cce-82de-ccc89d3d7be5" providerId="ADAL" clId="{463274BF-6F6A-4DAF-93F0-34C61D4C925E}" dt="2025-12-16T12:48:28.514" v="65" actId="207"/>
          <ac:spMkLst>
            <pc:docMk/>
            <pc:sldMk cId="1694085564" sldId="257"/>
            <ac:spMk id="54" creationId="{66202254-E966-3198-BC55-DCE01A08F984}"/>
          </ac:spMkLst>
        </pc:spChg>
        <pc:spChg chg="mod">
          <ac:chgData name="Emoke Bada" userId="cfd02ffc-285a-4cce-82de-ccc89d3d7be5" providerId="ADAL" clId="{463274BF-6F6A-4DAF-93F0-34C61D4C925E}" dt="2025-12-16T12:48:28.514" v="65" actId="207"/>
          <ac:spMkLst>
            <pc:docMk/>
            <pc:sldMk cId="1694085564" sldId="257"/>
            <ac:spMk id="55" creationId="{EC9B9EA1-4211-35A9-381E-88CEDD1E0B76}"/>
          </ac:spMkLst>
        </pc:spChg>
        <pc:spChg chg="mod">
          <ac:chgData name="Emoke Bada" userId="cfd02ffc-285a-4cce-82de-ccc89d3d7be5" providerId="ADAL" clId="{463274BF-6F6A-4DAF-93F0-34C61D4C925E}" dt="2025-12-16T12:48:28.514" v="65" actId="207"/>
          <ac:spMkLst>
            <pc:docMk/>
            <pc:sldMk cId="1694085564" sldId="257"/>
            <ac:spMk id="56" creationId="{CCC48CE9-FCBF-2629-4AA1-A47D7B598043}"/>
          </ac:spMkLst>
        </pc:spChg>
        <pc:spChg chg="add mod">
          <ac:chgData name="Emoke Bada" userId="cfd02ffc-285a-4cce-82de-ccc89d3d7be5" providerId="ADAL" clId="{463274BF-6F6A-4DAF-93F0-34C61D4C925E}" dt="2025-12-16T12:48:48.753" v="67" actId="1076"/>
          <ac:spMkLst>
            <pc:docMk/>
            <pc:sldMk cId="1694085564" sldId="257"/>
            <ac:spMk id="57" creationId="{C4232971-2AE8-FF12-BE5E-F89FFD3BBCB1}"/>
          </ac:spMkLst>
        </pc:spChg>
        <pc:grpChg chg="add mod">
          <ac:chgData name="Emoke Bada" userId="cfd02ffc-285a-4cce-82de-ccc89d3d7be5" providerId="ADAL" clId="{463274BF-6F6A-4DAF-93F0-34C61D4C925E}" dt="2025-12-16T12:47:19.159" v="57" actId="1076"/>
          <ac:grpSpMkLst>
            <pc:docMk/>
            <pc:sldMk cId="1694085564" sldId="257"/>
            <ac:grpSpMk id="3" creationId="{72765192-29C4-4239-A951-6B146828252A}"/>
          </ac:grpSpMkLst>
        </pc:grpChg>
        <pc:cxnChg chg="mod">
          <ac:chgData name="Emoke Bada" userId="cfd02ffc-285a-4cce-82de-ccc89d3d7be5" providerId="ADAL" clId="{463274BF-6F6A-4DAF-93F0-34C61D4C925E}" dt="2025-12-16T12:48:22.227" v="64" actId="1076"/>
          <ac:cxnSpMkLst>
            <pc:docMk/>
            <pc:sldMk cId="1694085564" sldId="257"/>
            <ac:cxnSpMk id="58" creationId="{42F237B8-ECAF-752A-EE42-6ECC212EF5B6}"/>
          </ac:cxnSpMkLst>
        </pc:cxnChg>
        <pc:cxnChg chg="mod">
          <ac:chgData name="Emoke Bada" userId="cfd02ffc-285a-4cce-82de-ccc89d3d7be5" providerId="ADAL" clId="{463274BF-6F6A-4DAF-93F0-34C61D4C925E}" dt="2025-12-16T12:48:22.227" v="64" actId="1076"/>
          <ac:cxnSpMkLst>
            <pc:docMk/>
            <pc:sldMk cId="1694085564" sldId="257"/>
            <ac:cxnSpMk id="68" creationId="{1D0D2C59-28FD-7469-1EC9-1728C8A04D87}"/>
          </ac:cxnSpMkLst>
        </pc:cxnChg>
      </pc:sldChg>
      <pc:sldChg chg="addSp delSp modSp mod">
        <pc:chgData name="Emoke Bada" userId="cfd02ffc-285a-4cce-82de-ccc89d3d7be5" providerId="ADAL" clId="{463274BF-6F6A-4DAF-93F0-34C61D4C925E}" dt="2025-12-16T12:52:16.414" v="107" actId="20577"/>
        <pc:sldMkLst>
          <pc:docMk/>
          <pc:sldMk cId="1005775862" sldId="2987"/>
        </pc:sldMkLst>
        <pc:spChg chg="add mod">
          <ac:chgData name="Emoke Bada" userId="cfd02ffc-285a-4cce-82de-ccc89d3d7be5" providerId="ADAL" clId="{463274BF-6F6A-4DAF-93F0-34C61D4C925E}" dt="2025-12-16T12:45:09.751" v="39" actId="14100"/>
          <ac:spMkLst>
            <pc:docMk/>
            <pc:sldMk cId="1005775862" sldId="2987"/>
            <ac:spMk id="4" creationId="{6810A0BF-D380-FCF9-0D16-6CDEFFA8A289}"/>
          </ac:spMkLst>
        </pc:spChg>
        <pc:spChg chg="add mod">
          <ac:chgData name="Emoke Bada" userId="cfd02ffc-285a-4cce-82de-ccc89d3d7be5" providerId="ADAL" clId="{463274BF-6F6A-4DAF-93F0-34C61D4C925E}" dt="2025-12-16T12:45:44.050" v="54" actId="20577"/>
          <ac:spMkLst>
            <pc:docMk/>
            <pc:sldMk cId="1005775862" sldId="2987"/>
            <ac:spMk id="7" creationId="{E7D484CE-6D5D-C446-4BA4-36BEF3029EB4}"/>
          </ac:spMkLst>
        </pc:spChg>
        <pc:spChg chg="add mod">
          <ac:chgData name="Emoke Bada" userId="cfd02ffc-285a-4cce-82de-ccc89d3d7be5" providerId="ADAL" clId="{463274BF-6F6A-4DAF-93F0-34C61D4C925E}" dt="2025-12-16T12:52:16.414" v="107" actId="20577"/>
          <ac:spMkLst>
            <pc:docMk/>
            <pc:sldMk cId="1005775862" sldId="2987"/>
            <ac:spMk id="8" creationId="{2047ECEA-C82C-256D-644F-FB880A45BD75}"/>
          </ac:spMkLst>
        </pc:spChg>
        <pc:spChg chg="del">
          <ac:chgData name="Emoke Bada" userId="cfd02ffc-285a-4cce-82de-ccc89d3d7be5" providerId="ADAL" clId="{463274BF-6F6A-4DAF-93F0-34C61D4C925E}" dt="2025-12-16T12:43:24.598" v="0" actId="478"/>
          <ac:spMkLst>
            <pc:docMk/>
            <pc:sldMk cId="1005775862" sldId="2987"/>
            <ac:spMk id="15" creationId="{C1A25FE3-DEF7-7E33-79C2-FAD9091B5ACB}"/>
          </ac:spMkLst>
        </pc:spChg>
        <pc:spChg chg="del mod">
          <ac:chgData name="Emoke Bada" userId="cfd02ffc-285a-4cce-82de-ccc89d3d7be5" providerId="ADAL" clId="{463274BF-6F6A-4DAF-93F0-34C61D4C925E}" dt="2025-12-16T12:43:41.465" v="4" actId="478"/>
          <ac:spMkLst>
            <pc:docMk/>
            <pc:sldMk cId="1005775862" sldId="2987"/>
            <ac:spMk id="17" creationId="{C0C842A8-2A19-F859-972A-434715501AE0}"/>
          </ac:spMkLst>
        </pc:spChg>
        <pc:spChg chg="del">
          <ac:chgData name="Emoke Bada" userId="cfd02ffc-285a-4cce-82de-ccc89d3d7be5" providerId="ADAL" clId="{463274BF-6F6A-4DAF-93F0-34C61D4C925E}" dt="2025-12-16T12:43:27.250" v="1" actId="478"/>
          <ac:spMkLst>
            <pc:docMk/>
            <pc:sldMk cId="1005775862" sldId="2987"/>
            <ac:spMk id="19" creationId="{A1EB3E53-68E6-BA79-E5FD-097DB86FEBF9}"/>
          </ac:spMkLst>
        </pc:spChg>
        <pc:spChg chg="del">
          <ac:chgData name="Emoke Bada" userId="cfd02ffc-285a-4cce-82de-ccc89d3d7be5" providerId="ADAL" clId="{463274BF-6F6A-4DAF-93F0-34C61D4C925E}" dt="2025-12-16T12:43:29.610" v="2" actId="478"/>
          <ac:spMkLst>
            <pc:docMk/>
            <pc:sldMk cId="1005775862" sldId="2987"/>
            <ac:spMk id="21" creationId="{45AA679F-43F4-A150-C056-7886C8006FCF}"/>
          </ac:spMkLst>
        </pc:spChg>
      </pc:sldChg>
      <pc:sldChg chg="addSp delSp modSp mod">
        <pc:chgData name="Emoke Bada" userId="cfd02ffc-285a-4cce-82de-ccc89d3d7be5" providerId="ADAL" clId="{463274BF-6F6A-4DAF-93F0-34C61D4C925E}" dt="2025-12-16T13:14:26.758" v="130" actId="14100"/>
        <pc:sldMkLst>
          <pc:docMk/>
          <pc:sldMk cId="1525736074" sldId="2988"/>
        </pc:sldMkLst>
        <pc:spChg chg="add">
          <ac:chgData name="Emoke Bada" userId="cfd02ffc-285a-4cce-82de-ccc89d3d7be5" providerId="ADAL" clId="{463274BF-6F6A-4DAF-93F0-34C61D4C925E}" dt="2025-12-16T13:12:54.348" v="112"/>
          <ac:spMkLst>
            <pc:docMk/>
            <pc:sldMk cId="1525736074" sldId="2988"/>
            <ac:spMk id="3" creationId="{BCCE7ABF-0B12-EF68-272E-255BB072AA19}"/>
          </ac:spMkLst>
        </pc:spChg>
        <pc:spChg chg="del">
          <ac:chgData name="Emoke Bada" userId="cfd02ffc-285a-4cce-82de-ccc89d3d7be5" providerId="ADAL" clId="{463274BF-6F6A-4DAF-93F0-34C61D4C925E}" dt="2025-12-16T13:13:06.510" v="114" actId="478"/>
          <ac:spMkLst>
            <pc:docMk/>
            <pc:sldMk cId="1525736074" sldId="2988"/>
            <ac:spMk id="4" creationId="{ED79799E-F87C-2E0E-E8CB-31A808C73D4E}"/>
          </ac:spMkLst>
        </pc:spChg>
        <pc:spChg chg="add mod">
          <ac:chgData name="Emoke Bada" userId="cfd02ffc-285a-4cce-82de-ccc89d3d7be5" providerId="ADAL" clId="{463274BF-6F6A-4DAF-93F0-34C61D4C925E}" dt="2025-12-16T13:14:05.395" v="128" actId="20577"/>
          <ac:spMkLst>
            <pc:docMk/>
            <pc:sldMk cId="1525736074" sldId="2988"/>
            <ac:spMk id="5" creationId="{262D49C8-D53D-F6E1-E00A-882D2B289AF3}"/>
          </ac:spMkLst>
        </pc:spChg>
        <pc:cxnChg chg="mod">
          <ac:chgData name="Emoke Bada" userId="cfd02ffc-285a-4cce-82de-ccc89d3d7be5" providerId="ADAL" clId="{463274BF-6F6A-4DAF-93F0-34C61D4C925E}" dt="2025-12-16T13:14:26.758" v="130" actId="14100"/>
          <ac:cxnSpMkLst>
            <pc:docMk/>
            <pc:sldMk cId="1525736074" sldId="2988"/>
            <ac:cxnSpMk id="10" creationId="{CD39C357-8103-CEDF-9D12-2A823F5DE562}"/>
          </ac:cxnSpMkLst>
        </pc:cxnChg>
      </pc:sldChg>
      <pc:sldChg chg="addSp delSp modSp mod">
        <pc:chgData name="Emoke Bada" userId="cfd02ffc-285a-4cce-82de-ccc89d3d7be5" providerId="ADAL" clId="{463274BF-6F6A-4DAF-93F0-34C61D4C925E}" dt="2025-12-16T13:33:01.262" v="417" actId="20577"/>
        <pc:sldMkLst>
          <pc:docMk/>
          <pc:sldMk cId="1333682571" sldId="2989"/>
        </pc:sldMkLst>
        <pc:spChg chg="mod">
          <ac:chgData name="Emoke Bada" userId="cfd02ffc-285a-4cce-82de-ccc89d3d7be5" providerId="ADAL" clId="{463274BF-6F6A-4DAF-93F0-34C61D4C925E}" dt="2025-12-16T13:33:01.262" v="417" actId="20577"/>
          <ac:spMkLst>
            <pc:docMk/>
            <pc:sldMk cId="1333682571" sldId="2989"/>
            <ac:spMk id="9" creationId="{C46E9B0F-1BC8-CFF6-002D-06533BB11307}"/>
          </ac:spMkLst>
        </pc:spChg>
        <pc:picChg chg="add del">
          <ac:chgData name="Emoke Bada" userId="cfd02ffc-285a-4cce-82de-ccc89d3d7be5" providerId="ADAL" clId="{463274BF-6F6A-4DAF-93F0-34C61D4C925E}" dt="2025-12-16T13:32:55.619" v="414" actId="22"/>
          <ac:picMkLst>
            <pc:docMk/>
            <pc:sldMk cId="1333682571" sldId="2989"/>
            <ac:picMk id="4" creationId="{549D2F4B-0028-DD48-912C-FE7A1B0FA5F9}"/>
          </ac:picMkLst>
        </pc:picChg>
      </pc:sldChg>
      <pc:sldChg chg="addSp modSp mod">
        <pc:chgData name="Emoke Bada" userId="cfd02ffc-285a-4cce-82de-ccc89d3d7be5" providerId="ADAL" clId="{463274BF-6F6A-4DAF-93F0-34C61D4C925E}" dt="2025-12-16T13:31:48.803" v="412" actId="113"/>
        <pc:sldMkLst>
          <pc:docMk/>
          <pc:sldMk cId="105427016" sldId="2990"/>
        </pc:sldMkLst>
        <pc:spChg chg="add mod">
          <ac:chgData name="Emoke Bada" userId="cfd02ffc-285a-4cce-82de-ccc89d3d7be5" providerId="ADAL" clId="{463274BF-6F6A-4DAF-93F0-34C61D4C925E}" dt="2025-12-16T13:23:03.791" v="390" actId="20577"/>
          <ac:spMkLst>
            <pc:docMk/>
            <pc:sldMk cId="105427016" sldId="2990"/>
            <ac:spMk id="4" creationId="{B8602F7A-DA35-6315-6CCF-640949C75250}"/>
          </ac:spMkLst>
        </pc:spChg>
        <pc:spChg chg="mod">
          <ac:chgData name="Emoke Bada" userId="cfd02ffc-285a-4cce-82de-ccc89d3d7be5" providerId="ADAL" clId="{463274BF-6F6A-4DAF-93F0-34C61D4C925E}" dt="2025-12-16T13:31:48.803" v="412" actId="113"/>
          <ac:spMkLst>
            <pc:docMk/>
            <pc:sldMk cId="105427016" sldId="2990"/>
            <ac:spMk id="8" creationId="{ECDFBEB5-87E5-48AC-45BE-339DF88DE786}"/>
          </ac:spMkLst>
        </pc:spChg>
      </pc:sldChg>
      <pc:sldChg chg="addSp modSp mod">
        <pc:chgData name="Emoke Bada" userId="cfd02ffc-285a-4cce-82de-ccc89d3d7be5" providerId="ADAL" clId="{463274BF-6F6A-4DAF-93F0-34C61D4C925E}" dt="2025-12-16T12:53:07.253" v="110" actId="20577"/>
        <pc:sldMkLst>
          <pc:docMk/>
          <pc:sldMk cId="4172015291" sldId="2991"/>
        </pc:sldMkLst>
        <pc:spChg chg="add mod">
          <ac:chgData name="Emoke Bada" userId="cfd02ffc-285a-4cce-82de-ccc89d3d7be5" providerId="ADAL" clId="{463274BF-6F6A-4DAF-93F0-34C61D4C925E}" dt="2025-12-16T12:53:07.253" v="110" actId="20577"/>
          <ac:spMkLst>
            <pc:docMk/>
            <pc:sldMk cId="4172015291" sldId="2991"/>
            <ac:spMk id="3" creationId="{9073DCA4-B57A-C874-D5FD-60111B13670D}"/>
          </ac:spMkLst>
        </pc:spChg>
      </pc:sldChg>
      <pc:sldChg chg="addSp modSp">
        <pc:chgData name="Emoke Bada" userId="cfd02ffc-285a-4cce-82de-ccc89d3d7be5" providerId="ADAL" clId="{463274BF-6F6A-4DAF-93F0-34C61D4C925E}" dt="2025-12-16T13:11:58.913" v="111"/>
        <pc:sldMkLst>
          <pc:docMk/>
          <pc:sldMk cId="2054461102" sldId="2993"/>
        </pc:sldMkLst>
        <pc:spChg chg="add mod">
          <ac:chgData name="Emoke Bada" userId="cfd02ffc-285a-4cce-82de-ccc89d3d7be5" providerId="ADAL" clId="{463274BF-6F6A-4DAF-93F0-34C61D4C925E}" dt="2025-12-16T13:11:58.913" v="111"/>
          <ac:spMkLst>
            <pc:docMk/>
            <pc:sldMk cId="2054461102" sldId="2993"/>
            <ac:spMk id="2" creationId="{1B299281-A6A1-CA31-B64F-CD93EEB4F3A7}"/>
          </ac:spMkLst>
        </pc:spChg>
      </pc:sldChg>
      <pc:sldChg chg="modSp mod">
        <pc:chgData name="Emoke Bada" userId="cfd02ffc-285a-4cce-82de-ccc89d3d7be5" providerId="ADAL" clId="{463274BF-6F6A-4DAF-93F0-34C61D4C925E}" dt="2025-12-16T12:49:48.298" v="68" actId="1076"/>
        <pc:sldMkLst>
          <pc:docMk/>
          <pc:sldMk cId="3821116069" sldId="2995"/>
        </pc:sldMkLst>
        <pc:spChg chg="mod">
          <ac:chgData name="Emoke Bada" userId="cfd02ffc-285a-4cce-82de-ccc89d3d7be5" providerId="ADAL" clId="{463274BF-6F6A-4DAF-93F0-34C61D4C925E}" dt="2025-12-16T12:49:48.298" v="68" actId="1076"/>
          <ac:spMkLst>
            <pc:docMk/>
            <pc:sldMk cId="3821116069" sldId="2995"/>
            <ac:spMk id="10" creationId="{4256F128-4E19-9815-3D19-2237EF354F2E}"/>
          </ac:spMkLst>
        </pc:spChg>
      </pc:sldChg>
    </pc:docChg>
  </pc:docChgLst>
  <pc:docChgLst>
    <pc:chgData clId="Web-{80198029-E92D-36AF-9AA4-51CC8DA04012}"/>
    <pc:docChg chg="delSld">
      <pc:chgData name="" userId="" providerId="" clId="Web-{80198029-E92D-36AF-9AA4-51CC8DA04012}" dt="2025-12-17T15:47:07.508" v="6"/>
      <pc:docMkLst>
        <pc:docMk/>
      </pc:docMkLst>
      <pc:sldChg chg="del">
        <pc:chgData name="" userId="" providerId="" clId="Web-{80198029-E92D-36AF-9AA4-51CC8DA04012}" dt="2025-12-17T15:47:07.508" v="6"/>
        <pc:sldMkLst>
          <pc:docMk/>
          <pc:sldMk cId="1302082840" sldId="256"/>
        </pc:sldMkLst>
      </pc:sldChg>
      <pc:sldChg chg="del">
        <pc:chgData name="" userId="" providerId="" clId="Web-{80198029-E92D-36AF-9AA4-51CC8DA04012}" dt="2025-12-17T15:47:07.508" v="4"/>
        <pc:sldMkLst>
          <pc:docMk/>
          <pc:sldMk cId="1694085564" sldId="257"/>
        </pc:sldMkLst>
      </pc:sldChg>
      <pc:sldChg chg="del">
        <pc:chgData name="" userId="" providerId="" clId="Web-{80198029-E92D-36AF-9AA4-51CC8DA04012}" dt="2025-12-17T15:47:07.492" v="3"/>
        <pc:sldMkLst>
          <pc:docMk/>
          <pc:sldMk cId="2054461102" sldId="2993"/>
        </pc:sldMkLst>
      </pc:sldChg>
      <pc:sldChg chg="del">
        <pc:chgData name="" userId="" providerId="" clId="Web-{80198029-E92D-36AF-9AA4-51CC8DA04012}" dt="2025-12-17T15:47:07.492" v="2"/>
        <pc:sldMkLst>
          <pc:docMk/>
          <pc:sldMk cId="3538148096" sldId="2994"/>
        </pc:sldMkLst>
      </pc:sldChg>
      <pc:sldChg chg="del">
        <pc:chgData name="" userId="" providerId="" clId="Web-{80198029-E92D-36AF-9AA4-51CC8DA04012}" dt="2025-12-17T15:47:07.492" v="1"/>
        <pc:sldMkLst>
          <pc:docMk/>
          <pc:sldMk cId="3821116069" sldId="2995"/>
        </pc:sldMkLst>
      </pc:sldChg>
      <pc:sldChg chg="del">
        <pc:chgData name="" userId="" providerId="" clId="Web-{80198029-E92D-36AF-9AA4-51CC8DA04012}" dt="2025-12-17T15:47:07.492" v="0"/>
        <pc:sldMkLst>
          <pc:docMk/>
          <pc:sldMk cId="1076067159" sldId="2996"/>
        </pc:sldMkLst>
      </pc:sldChg>
      <pc:sldChg chg="del">
        <pc:chgData name="" userId="" providerId="" clId="Web-{80198029-E92D-36AF-9AA4-51CC8DA04012}" dt="2025-12-17T15:47:07.508" v="5"/>
        <pc:sldMkLst>
          <pc:docMk/>
          <pc:sldMk cId="927375168" sldId="2997"/>
        </pc:sldMkLst>
      </pc:sldChg>
    </pc:docChg>
  </pc:docChgLst>
  <pc:docChgLst>
    <pc:chgData name="Emoke Bada" userId="S::emoke.bada@slidehub.com::cfd02ffc-285a-4cce-82de-ccc89d3d7be5" providerId="AD" clId="Web-{80198029-E92D-36AF-9AA4-51CC8DA04012}"/>
    <pc:docChg chg="delSld">
      <pc:chgData name="Emoke Bada" userId="S::emoke.bada@slidehub.com::cfd02ffc-285a-4cce-82de-ccc89d3d7be5" providerId="AD" clId="Web-{80198029-E92D-36AF-9AA4-51CC8DA04012}" dt="2025-12-17T15:47:31.556" v="14"/>
      <pc:docMkLst>
        <pc:docMk/>
      </pc:docMkLst>
      <pc:sldChg chg="del">
        <pc:chgData name="Emoke Bada" userId="S::emoke.bada@slidehub.com::cfd02ffc-285a-4cce-82de-ccc89d3d7be5" providerId="AD" clId="Web-{80198029-E92D-36AF-9AA4-51CC8DA04012}" dt="2025-12-17T15:47:31.556" v="14"/>
        <pc:sldMkLst>
          <pc:docMk/>
          <pc:sldMk cId="2357201885" sldId="259"/>
        </pc:sldMkLst>
      </pc:sldChg>
      <pc:sldChg chg="del">
        <pc:chgData name="Emoke Bada" userId="S::emoke.bada@slidehub.com::cfd02ffc-285a-4cce-82de-ccc89d3d7be5" providerId="AD" clId="Web-{80198029-E92D-36AF-9AA4-51CC8DA04012}" dt="2025-12-17T15:47:29.977" v="6"/>
        <pc:sldMkLst>
          <pc:docMk/>
          <pc:sldMk cId="4263948712" sldId="260"/>
        </pc:sldMkLst>
      </pc:sldChg>
      <pc:sldChg chg="del">
        <pc:chgData name="Emoke Bada" userId="S::emoke.bada@slidehub.com::cfd02ffc-285a-4cce-82de-ccc89d3d7be5" providerId="AD" clId="Web-{80198029-E92D-36AF-9AA4-51CC8DA04012}" dt="2025-12-17T15:47:30.649" v="13"/>
        <pc:sldMkLst>
          <pc:docMk/>
          <pc:sldMk cId="901947758" sldId="261"/>
        </pc:sldMkLst>
      </pc:sldChg>
      <pc:sldChg chg="del">
        <pc:chgData name="Emoke Bada" userId="S::emoke.bada@slidehub.com::cfd02ffc-285a-4cce-82de-ccc89d3d7be5" providerId="AD" clId="Web-{80198029-E92D-36AF-9AA4-51CC8DA04012}" dt="2025-12-17T15:47:30.649" v="12"/>
        <pc:sldMkLst>
          <pc:docMk/>
          <pc:sldMk cId="1577887114" sldId="265"/>
        </pc:sldMkLst>
      </pc:sldChg>
      <pc:sldChg chg="del">
        <pc:chgData name="Emoke Bada" userId="S::emoke.bada@slidehub.com::cfd02ffc-285a-4cce-82de-ccc89d3d7be5" providerId="AD" clId="Web-{80198029-E92D-36AF-9AA4-51CC8DA04012}" dt="2025-12-17T15:47:30.477" v="11"/>
        <pc:sldMkLst>
          <pc:docMk/>
          <pc:sldMk cId="1868562927" sldId="266"/>
        </pc:sldMkLst>
      </pc:sldChg>
      <pc:sldChg chg="del">
        <pc:chgData name="Emoke Bada" userId="S::emoke.bada@slidehub.com::cfd02ffc-285a-4cce-82de-ccc89d3d7be5" providerId="AD" clId="Web-{80198029-E92D-36AF-9AA4-51CC8DA04012}" dt="2025-12-17T15:47:30.384" v="10"/>
        <pc:sldMkLst>
          <pc:docMk/>
          <pc:sldMk cId="2212777526" sldId="267"/>
        </pc:sldMkLst>
      </pc:sldChg>
      <pc:sldChg chg="del">
        <pc:chgData name="Emoke Bada" userId="S::emoke.bada@slidehub.com::cfd02ffc-285a-4cce-82de-ccc89d3d7be5" providerId="AD" clId="Web-{80198029-E92D-36AF-9AA4-51CC8DA04012}" dt="2025-12-17T15:47:30.306" v="9"/>
        <pc:sldMkLst>
          <pc:docMk/>
          <pc:sldMk cId="3243417021" sldId="268"/>
        </pc:sldMkLst>
      </pc:sldChg>
      <pc:sldChg chg="del">
        <pc:chgData name="Emoke Bada" userId="S::emoke.bada@slidehub.com::cfd02ffc-285a-4cce-82de-ccc89d3d7be5" providerId="AD" clId="Web-{80198029-E92D-36AF-9AA4-51CC8DA04012}" dt="2025-12-17T15:47:30.180" v="8"/>
        <pc:sldMkLst>
          <pc:docMk/>
          <pc:sldMk cId="3936332779" sldId="269"/>
        </pc:sldMkLst>
      </pc:sldChg>
      <pc:sldChg chg="del">
        <pc:chgData name="Emoke Bada" userId="S::emoke.bada@slidehub.com::cfd02ffc-285a-4cce-82de-ccc89d3d7be5" providerId="AD" clId="Web-{80198029-E92D-36AF-9AA4-51CC8DA04012}" dt="2025-12-17T15:47:30.087" v="7"/>
        <pc:sldMkLst>
          <pc:docMk/>
          <pc:sldMk cId="2483727802" sldId="270"/>
        </pc:sldMkLst>
      </pc:sldChg>
      <pc:sldChg chg="del">
        <pc:chgData name="Emoke Bada" userId="S::emoke.bada@slidehub.com::cfd02ffc-285a-4cce-82de-ccc89d3d7be5" providerId="AD" clId="Web-{80198029-E92D-36AF-9AA4-51CC8DA04012}" dt="2025-12-17T15:47:29.884" v="1"/>
        <pc:sldMkLst>
          <pc:docMk/>
          <pc:sldMk cId="4251574507" sldId="273"/>
        </pc:sldMkLst>
      </pc:sldChg>
      <pc:sldChg chg="del">
        <pc:chgData name="Emoke Bada" userId="S::emoke.bada@slidehub.com::cfd02ffc-285a-4cce-82de-ccc89d3d7be5" providerId="AD" clId="Web-{80198029-E92D-36AF-9AA4-51CC8DA04012}" dt="2025-12-17T15:47:29.915" v="2"/>
        <pc:sldMkLst>
          <pc:docMk/>
          <pc:sldMk cId="3219893365" sldId="274"/>
        </pc:sldMkLst>
      </pc:sldChg>
      <pc:sldChg chg="del">
        <pc:chgData name="Emoke Bada" userId="S::emoke.bada@slidehub.com::cfd02ffc-285a-4cce-82de-ccc89d3d7be5" providerId="AD" clId="Web-{80198029-E92D-36AF-9AA4-51CC8DA04012}" dt="2025-12-17T15:47:29.962" v="4"/>
        <pc:sldMkLst>
          <pc:docMk/>
          <pc:sldMk cId="303590641" sldId="2979"/>
        </pc:sldMkLst>
      </pc:sldChg>
      <pc:sldChg chg="del">
        <pc:chgData name="Emoke Bada" userId="S::emoke.bada@slidehub.com::cfd02ffc-285a-4cce-82de-ccc89d3d7be5" providerId="AD" clId="Web-{80198029-E92D-36AF-9AA4-51CC8DA04012}" dt="2025-12-17T15:47:29.977" v="5"/>
        <pc:sldMkLst>
          <pc:docMk/>
          <pc:sldMk cId="926272968" sldId="2980"/>
        </pc:sldMkLst>
      </pc:sldChg>
      <pc:sldChg chg="del">
        <pc:chgData name="Emoke Bada" userId="S::emoke.bada@slidehub.com::cfd02ffc-285a-4cce-82de-ccc89d3d7be5" providerId="AD" clId="Web-{80198029-E92D-36AF-9AA4-51CC8DA04012}" dt="2025-12-17T15:47:29.930" v="3"/>
        <pc:sldMkLst>
          <pc:docMk/>
          <pc:sldMk cId="3125420346" sldId="2981"/>
        </pc:sldMkLst>
      </pc:sldChg>
      <pc:sldChg chg="del">
        <pc:chgData name="Emoke Bada" userId="S::emoke.bada@slidehub.com::cfd02ffc-285a-4cce-82de-ccc89d3d7be5" providerId="AD" clId="Web-{80198029-E92D-36AF-9AA4-51CC8DA04012}" dt="2025-12-17T15:47:29.884" v="0"/>
        <pc:sldMkLst>
          <pc:docMk/>
          <pc:sldMk cId="3368568977" sldId="2982"/>
        </pc:sldMkLst>
      </pc:sldChg>
    </pc:docChg>
  </pc:docChgLst>
  <pc:docChgLst>
    <pc:chgData name="Emoke Bada" userId="S::emoke.bada@slidehub.com::cfd02ffc-285a-4cce-82de-ccc89d3d7be5" providerId="AD" clId="Web-{8962143A-A513-C8E6-22E2-F0AB26393CA0}"/>
    <pc:docChg chg="delSld">
      <pc:chgData name="Emoke Bada" userId="S::emoke.bada@slidehub.com::cfd02ffc-285a-4cce-82de-ccc89d3d7be5" providerId="AD" clId="Web-{8962143A-A513-C8E6-22E2-F0AB26393CA0}" dt="2025-12-17T16:00:29.768" v="4"/>
      <pc:docMkLst>
        <pc:docMk/>
      </pc:docMkLst>
      <pc:sldChg chg="del">
        <pc:chgData name="Emoke Bada" userId="S::emoke.bada@slidehub.com::cfd02ffc-285a-4cce-82de-ccc89d3d7be5" providerId="AD" clId="Web-{8962143A-A513-C8E6-22E2-F0AB26393CA0}" dt="2025-12-17T16:00:22.955" v="0"/>
        <pc:sldMkLst>
          <pc:docMk/>
          <pc:sldMk cId="441387163" sldId="2986"/>
        </pc:sldMkLst>
      </pc:sldChg>
      <pc:sldChg chg="del">
        <pc:chgData name="Emoke Bada" userId="S::emoke.bada@slidehub.com::cfd02ffc-285a-4cce-82de-ccc89d3d7be5" providerId="AD" clId="Web-{8962143A-A513-C8E6-22E2-F0AB26393CA0}" dt="2025-12-17T16:00:29.768" v="4"/>
        <pc:sldMkLst>
          <pc:docMk/>
          <pc:sldMk cId="1525736074" sldId="2988"/>
        </pc:sldMkLst>
      </pc:sldChg>
      <pc:sldChg chg="del">
        <pc:chgData name="Emoke Bada" userId="S::emoke.bada@slidehub.com::cfd02ffc-285a-4cce-82de-ccc89d3d7be5" providerId="AD" clId="Web-{8962143A-A513-C8E6-22E2-F0AB26393CA0}" dt="2025-12-17T16:00:29.768" v="3"/>
        <pc:sldMkLst>
          <pc:docMk/>
          <pc:sldMk cId="1333682571" sldId="2989"/>
        </pc:sldMkLst>
      </pc:sldChg>
      <pc:sldChg chg="del">
        <pc:chgData name="Emoke Bada" userId="S::emoke.bada@slidehub.com::cfd02ffc-285a-4cce-82de-ccc89d3d7be5" providerId="AD" clId="Web-{8962143A-A513-C8E6-22E2-F0AB26393CA0}" dt="2025-12-17T16:00:29.752" v="2"/>
        <pc:sldMkLst>
          <pc:docMk/>
          <pc:sldMk cId="105427016" sldId="2990"/>
        </pc:sldMkLst>
      </pc:sldChg>
      <pc:sldChg chg="del">
        <pc:chgData name="Emoke Bada" userId="S::emoke.bada@slidehub.com::cfd02ffc-285a-4cce-82de-ccc89d3d7be5" providerId="AD" clId="Web-{8962143A-A513-C8E6-22E2-F0AB26393CA0}" dt="2025-12-17T16:00:29.752" v="1"/>
        <pc:sldMkLst>
          <pc:docMk/>
          <pc:sldMk cId="4172015291" sldId="2991"/>
        </pc:sldMkLst>
      </pc:sldChg>
    </pc:docChg>
  </pc:docChgLst>
  <pc:docChgLst>
    <pc:chgData name="Emoke Bada" userId="S::emoke.bada@slidehub.com::cfd02ffc-285a-4cce-82de-ccc89d3d7be5" providerId="AD" clId="Web-{F27A5F9D-8F89-F0B5-6FF5-9A33F332939E}"/>
    <pc:docChg chg="delSld modSld">
      <pc:chgData name="Emoke Bada" userId="S::emoke.bada@slidehub.com::cfd02ffc-285a-4cce-82de-ccc89d3d7be5" providerId="AD" clId="Web-{F27A5F9D-8F89-F0B5-6FF5-9A33F332939E}" dt="2025-12-15T14:17:44.397" v="92" actId="20577"/>
      <pc:docMkLst>
        <pc:docMk/>
      </pc:docMkLst>
      <pc:sldChg chg="addSp delSp">
        <pc:chgData name="Emoke Bada" userId="S::emoke.bada@slidehub.com::cfd02ffc-285a-4cce-82de-ccc89d3d7be5" providerId="AD" clId="Web-{F27A5F9D-8F89-F0B5-6FF5-9A33F332939E}" dt="2025-12-15T13:56:29.027" v="83"/>
        <pc:sldMkLst>
          <pc:docMk/>
          <pc:sldMk cId="1005775862" sldId="2987"/>
        </pc:sldMkLst>
        <pc:spChg chg="add">
          <ac:chgData name="Emoke Bada" userId="S::emoke.bada@slidehub.com::cfd02ffc-285a-4cce-82de-ccc89d3d7be5" providerId="AD" clId="Web-{F27A5F9D-8F89-F0B5-6FF5-9A33F332939E}" dt="2025-12-15T13:56:29.027" v="83"/>
          <ac:spMkLst>
            <pc:docMk/>
            <pc:sldMk cId="1005775862" sldId="2987"/>
            <ac:spMk id="6" creationId="{B113D723-18F1-BF03-F2B7-8C5D2043F8A7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3A0B0F-AFDE-4A98-A58D-E8E99303B0C2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EA70C3-517B-4CCA-8FD6-CDCC8B6FDC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74332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1.bin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0901C4-281A-FB0C-C19D-7C479FFC14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89E74B-8ACF-6F0F-93F6-BBB6AA9EAA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84AE0-53B0-7C1D-2B72-4443411AD7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8DC6A-C244-42CD-9E50-FBB6963F4CE0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923516-64AA-AD7B-D279-19301A246A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9E3EC8-40B5-E5B2-903D-5CA3C6C968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DED71-BCB5-4BBA-8120-7622EA5552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19893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D499A7-4966-A658-4B95-26EB0CCF99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794084-671B-98A3-D275-686D58DCA4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746223-6FBA-2414-AB07-8BB14C73F3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8DC6A-C244-42CD-9E50-FBB6963F4CE0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1A1C9B-870A-64D4-3EC4-D52CA23D04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81B0A5-70E0-181A-F7E9-AE822D39A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DED71-BCB5-4BBA-8120-7622EA5552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00965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FF2C3A-357F-34D9-F3E8-4F73CBAA6A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98464E-C9E7-460B-8CCE-1EA88F0D1B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65718F-EC85-11EA-1310-ECD30A7C31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8DC6A-C244-42CD-9E50-FBB6963F4CE0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E14934-4A0C-4AE7-5CF7-BD2366C02E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AE63A8-6823-2512-3313-EC081AF46C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DED71-BCB5-4BBA-8120-7622EA5552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3724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D15E30-A7E3-45FD-BBE6-D3654858D7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DC7B33-AF90-3CCC-DFE2-759ACA54F6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F1C697-D117-9EA8-23E2-5499D953B3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1AC4B5-5593-601F-B60A-FDFD8EF115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8DC6A-C244-42CD-9E50-FBB6963F4CE0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6E3E82-43F5-5C46-95A2-CA3E7A695D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1DCDEB-ADD6-F108-1214-397338830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DED71-BCB5-4BBA-8120-7622EA5552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8136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390C96-65DB-48E3-D18A-F8A584CD8B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E2F4B6-8BCF-FDB6-2ACB-727EAED5C6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D2458D-B124-7E28-6BC4-8DA6ADC4BC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07ADC0C-DE42-8D9B-F62B-F9F55ADC8F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ADC9451-B1D5-F305-E682-01418D355B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47D17CB-0A78-7423-89B8-B10450183F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8DC6A-C244-42CD-9E50-FBB6963F4CE0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2B1C680-D3BD-D697-7533-F73717621F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B39802A-027A-A752-03F8-0210FA0B8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DED71-BCB5-4BBA-8120-7622EA5552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27263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759D3D-37E0-6DC8-B474-94B828B27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AF7A22E-4B30-D261-809A-B09CD56CC3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8DC6A-C244-42CD-9E50-FBB6963F4CE0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D3127A-290B-7235-26E8-A98641F395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68FE7A-80B9-B5F2-DD58-8C4F5B8468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DED71-BCB5-4BBA-8120-7622EA5552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1869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5A3E6DF-D2D7-264B-F1BF-7417EFBEEE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8DC6A-C244-42CD-9E50-FBB6963F4CE0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17751F6-8B7B-F431-AC9C-426B7286F9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45E7CB-2D38-7BD4-3018-4341D18540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DED71-BCB5-4BBA-8120-7622EA5552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19419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713CDC-BD01-0A63-15EF-2C231270F4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407991-6869-7345-06C6-4B167A94B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784854-7B45-A8D7-7A8B-6090091EE5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F45ACB-D1C9-4E53-8D60-611C143D9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8DC6A-C244-42CD-9E50-FBB6963F4CE0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7D6F5-28AC-FFD0-BDAD-138264FD55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814EA0-8FEE-7C86-166B-084E6F4F79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DED71-BCB5-4BBA-8120-7622EA5552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48898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8A4827-9B21-4F53-FC80-C961BA1491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D716FA5-62A2-D14A-A1AE-5FCE8D1DF42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22708D-1E05-77DE-FD5C-CBBEB416DD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536C06-9D24-EA27-D6A3-AD7C89CCD1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8DC6A-C244-42CD-9E50-FBB6963F4CE0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C27155-C72E-A44E-F20A-97D3D6924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CB0A3E-950A-F59D-0026-25205E4DC0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DED71-BCB5-4BBA-8120-7622EA5552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59624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062DB7-ABD7-F410-90FE-24B0A78FB1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232DC3-75A4-C59C-42A1-C1704D07FC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12915F-C4C0-95B7-7B85-41E95768CE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8DC6A-C244-42CD-9E50-FBB6963F4CE0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D1E6EF-26BD-0A81-8A30-E74941025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D0D100-6201-E140-9541-D1D9F7E513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DED71-BCB5-4BBA-8120-7622EA5552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4290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CE4FAD1-7E29-1003-5CBC-2DC86DCC8B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692E98-8A97-684E-2C97-CAFA1597A6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7AEF3F-AF22-2863-B591-3F656DEDB1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8DC6A-C244-42CD-9E50-FBB6963F4CE0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4B03F7-B613-FBD6-0B77-1FE661DE75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7CEC2F-C451-4323-94BC-FCBC089BBA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DED71-BCB5-4BBA-8120-7622EA5552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26839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SPIRATION MUST U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8D7625CD-4BD3-476C-8CCB-A355E4470AB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90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38" imgH="338" progId="TCLayout.ActiveDocument.1">
                  <p:embed/>
                </p:oleObj>
              </mc:Choice>
              <mc:Fallback>
                <p:oleObj name="think-cell Slide" r:id="rId4" imgW="338" imgH="338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8D7625CD-4BD3-476C-8CCB-A355E4470AB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90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5" hidden="1">
            <a:extLst>
              <a:ext uri="{FF2B5EF4-FFF2-40B4-BE49-F238E27FC236}">
                <a16:creationId xmlns:a16="http://schemas.microsoft.com/office/drawing/2014/main" id="{A7041539-0E90-4D5C-BCBC-070DE1EED005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2" y="0"/>
            <a:ext cx="158751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 rtl="0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33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5879495"/>
      </p:ext>
    </p:extLst>
  </p:cSld>
  <p:clrMapOvr>
    <a:masterClrMapping/>
  </p:clrMapOvr>
  <p:transition/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6646C8D-EB10-ADD1-96A5-33C33D63B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6AB00E-F079-A8A0-EEB9-D445A06BC6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32D8B9-93D5-9D14-B135-BC8B63B306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28DC6A-C244-42CD-9E50-FBB6963F4CE0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3E6CA4-4FAF-8560-99F8-D1C79D915D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D3E28F-4EE7-AEC2-5FC1-6010370C86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FBDED71-BCB5-4BBA-8120-7622EA5552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04156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0C6D94-91C9-97BE-98EA-FCBD88FCA3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Financing Pros and Cons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113D723-18F1-BF03-F2B7-8C5D2043F8A7}"/>
              </a:ext>
            </a:extLst>
          </p:cNvPr>
          <p:cNvSpPr/>
          <p:nvPr/>
        </p:nvSpPr>
        <p:spPr>
          <a:xfrm>
            <a:off x="7943850" y="-46235"/>
            <a:ext cx="4248150" cy="15840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>
                <a:solidFill>
                  <a:srgbClr val="000000"/>
                </a:solidFill>
                <a:ea typeface="+mn-lt"/>
                <a:cs typeface="+mn-lt"/>
              </a:rPr>
              <a:t>Instructions: </a:t>
            </a:r>
            <a:endParaRPr lang="en-US">
              <a:solidFill>
                <a:srgbClr val="000000"/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en-US" sz="1400">
                <a:solidFill>
                  <a:srgbClr val="000000"/>
                </a:solidFill>
                <a:ea typeface="+mn-lt"/>
                <a:cs typeface="+mn-lt"/>
              </a:rPr>
              <a:t>Visually enhance this slide</a:t>
            </a:r>
            <a:endParaRPr lang="en-US" sz="1400">
              <a:solidFill>
                <a:srgbClr val="000000"/>
              </a:solidFill>
              <a:cs typeface="Calibri" panose="020F0502020204030204"/>
            </a:endParaRPr>
          </a:p>
          <a:p>
            <a:pPr marL="285750" indent="-285750">
              <a:buFont typeface="Arial"/>
              <a:buChar char="•"/>
            </a:pPr>
            <a:r>
              <a:rPr lang="en-US" sz="1400">
                <a:solidFill>
                  <a:srgbClr val="000000"/>
                </a:solidFill>
                <a:ea typeface="+mn-lt"/>
                <a:cs typeface="+mn-lt"/>
              </a:rPr>
              <a:t>Follow client's style and guidelines </a:t>
            </a:r>
            <a:endParaRPr lang="en-US" sz="1400">
              <a:solidFill>
                <a:srgbClr val="000000"/>
              </a:solidFill>
              <a:cs typeface="Calibri" panose="020F0502020204030204"/>
            </a:endParaRPr>
          </a:p>
          <a:p>
            <a:pPr marL="285750" indent="-285750">
              <a:buFont typeface="Arial"/>
              <a:buChar char="•"/>
            </a:pPr>
            <a:r>
              <a:rPr lang="en-US" sz="1400">
                <a:solidFill>
                  <a:srgbClr val="000000"/>
                </a:solidFill>
                <a:ea typeface="+mn-lt"/>
                <a:cs typeface="+mn-lt"/>
              </a:rPr>
              <a:t>If you cannot meet any guideline rules or in case of any other issues leave yellow sticker (like this one) with information for the admin</a:t>
            </a:r>
            <a:endParaRPr lang="en-US" sz="1400">
              <a:solidFill>
                <a:srgbClr val="000000"/>
              </a:solidFill>
              <a:cs typeface="Calibri" panose="020F0502020204030204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810A0BF-D380-FCF9-0D16-6CDEFFA8A289}"/>
              </a:ext>
            </a:extLst>
          </p:cNvPr>
          <p:cNvSpPr txBox="1"/>
          <p:nvPr/>
        </p:nvSpPr>
        <p:spPr>
          <a:xfrm>
            <a:off x="566282" y="2760935"/>
            <a:ext cx="391803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>Pros of Financing</a:t>
            </a:r>
          </a:p>
          <a:p>
            <a:endParaRPr lang="en-US"/>
          </a:p>
          <a:p>
            <a:r>
              <a:rPr lang="en-US"/>
              <a:t>Immediate Access</a:t>
            </a:r>
          </a:p>
          <a:p>
            <a:r>
              <a:rPr lang="en-US"/>
              <a:t>Cash Flow Management</a:t>
            </a:r>
          </a:p>
          <a:p>
            <a:r>
              <a:rPr lang="en-US"/>
              <a:t>Leverage for Growth</a:t>
            </a:r>
          </a:p>
          <a:p>
            <a:r>
              <a:rPr lang="en-US"/>
              <a:t>Predictable Payments</a:t>
            </a:r>
          </a:p>
          <a:p>
            <a:r>
              <a:rPr lang="en-US"/>
              <a:t>Builds Credit</a:t>
            </a:r>
          </a:p>
          <a:p>
            <a:r>
              <a:rPr lang="en-US"/>
              <a:t>Tax Benefits (in some cases)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7D484CE-6D5D-C446-4BA4-36BEF3029EB4}"/>
              </a:ext>
            </a:extLst>
          </p:cNvPr>
          <p:cNvSpPr txBox="1"/>
          <p:nvPr/>
        </p:nvSpPr>
        <p:spPr>
          <a:xfrm>
            <a:off x="6096000" y="2915928"/>
            <a:ext cx="610017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>Cons of </a:t>
            </a:r>
            <a:r>
              <a:rPr lang="en-US" b="1" err="1"/>
              <a:t>Finacning</a:t>
            </a:r>
            <a:endParaRPr lang="en-US" b="1"/>
          </a:p>
          <a:p>
            <a:endParaRPr lang="en-US" b="1"/>
          </a:p>
          <a:p>
            <a:r>
              <a:rPr lang="en-US" b="1"/>
              <a:t>Interest Costs</a:t>
            </a:r>
            <a:endParaRPr lang="en-US"/>
          </a:p>
          <a:p>
            <a:r>
              <a:rPr lang="en-US" b="1"/>
              <a:t>Debt Obligation</a:t>
            </a:r>
            <a:endParaRPr lang="en-US"/>
          </a:p>
          <a:p>
            <a:r>
              <a:rPr lang="en-US" b="1"/>
              <a:t>Risk of Default</a:t>
            </a:r>
            <a:endParaRPr lang="en-US"/>
          </a:p>
          <a:p>
            <a:r>
              <a:rPr lang="en-US" b="1"/>
              <a:t>Approval Requirements</a:t>
            </a:r>
            <a:endParaRPr lang="en-US"/>
          </a:p>
          <a:p>
            <a:r>
              <a:rPr lang="en-US" b="1"/>
              <a:t>Reduced Financial Flexibility</a:t>
            </a:r>
            <a:endParaRPr lang="en-US"/>
          </a:p>
          <a:p>
            <a:r>
              <a:rPr lang="en-US" b="1"/>
              <a:t>Variable Rates Risk</a:t>
            </a:r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047ECEA-C82C-256D-644F-FB880A45BD75}"/>
              </a:ext>
            </a:extLst>
          </p:cNvPr>
          <p:cNvSpPr/>
          <p:nvPr/>
        </p:nvSpPr>
        <p:spPr>
          <a:xfrm>
            <a:off x="10016131" y="5222677"/>
            <a:ext cx="1632155" cy="165181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ysClr val="windowText" lastClr="000000"/>
                </a:solidFill>
              </a:rPr>
              <a:t>Be very creative, use relevant icons</a:t>
            </a:r>
          </a:p>
        </p:txBody>
      </p:sp>
    </p:spTree>
    <p:extLst>
      <p:ext uri="{BB962C8B-B14F-4D97-AF65-F5344CB8AC3E}">
        <p14:creationId xmlns:p14="http://schemas.microsoft.com/office/powerpoint/2010/main" val="100577586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nZEjfHTTRW7Eq1_LyZbrQ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2A44B4AB-E803-4223-A28E-9A7B93DEDDB0}">
  <we:reference id="512bb70a-1733-11ee-be56-0242ac120002" version="1.0.0.1" store="EXCatalog" storeType="EXCatalog"/>
  <we:alternateReferences>
    <we:reference id="WA200005701" version="1.0.0.1" store="en-US" storeType="OMEX"/>
  </we:alternateReferences>
  <we:properties>
    <we:property name="Office.AutoShowTaskpaneWithDocument" value="true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B9ED4FCBFFE2141BEF8D275EC8A6B1F" ma:contentTypeVersion="19" ma:contentTypeDescription="Create a new document." ma:contentTypeScope="" ma:versionID="fa76caa31a7632e58037de4d34d151a2">
  <xsd:schema xmlns:xsd="http://www.w3.org/2001/XMLSchema" xmlns:xs="http://www.w3.org/2001/XMLSchema" xmlns:p="http://schemas.microsoft.com/office/2006/metadata/properties" xmlns:ns2="76bd1358-98cb-4bc6-9b1c-3f3d760f5768" xmlns:ns3="7da3498b-f732-4cff-b8b6-6fbc0cd175e9" targetNamespace="http://schemas.microsoft.com/office/2006/metadata/properties" ma:root="true" ma:fieldsID="b2ba7a21ca39d606f806af21fd604294" ns2:_="" ns3:_="">
    <xsd:import namespace="76bd1358-98cb-4bc6-9b1c-3f3d760f5768"/>
    <xsd:import namespace="7da3498b-f732-4cff-b8b6-6fbc0cd175e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Location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EventHashCode" minOccurs="0"/>
                <xsd:element ref="ns2:MediaServiceGenerationTime" minOccurs="0"/>
                <xsd:element ref="ns2:MediaServiceAutoKeyPoints" minOccurs="0"/>
                <xsd:element ref="ns2:MediaServiceKeyPoints" minOccurs="0"/>
                <xsd:element ref="ns2:_Flow_SignoffStatu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6bd1358-98cb-4bc6-9b1c-3f3d760f576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Location" ma:index="12" nillable="true" ma:displayName="MediaServiceLocation" ma:internalName="MediaServiceLocation" ma:readOnly="true">
      <xsd:simpleType>
        <xsd:restriction base="dms:Text"/>
      </xsd:simpleType>
    </xsd:element>
    <xsd:element name="MediaServiceOCR" ma:index="13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_Flow_SignoffStatus" ma:index="20" nillable="true" ma:displayName="Sign-off status" ma:internalName="Sign_x002d_off_x0020_status">
      <xsd:simpleType>
        <xsd:restriction base="dms:Text"/>
      </xsd:simpleType>
    </xsd:element>
    <xsd:element name="MediaLengthInSeconds" ma:index="21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8bfc3e47-5c9b-4ad3-a4da-a73677d9132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5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6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da3498b-f732-4cff-b8b6-6fbc0cd175e9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4" nillable="true" ma:displayName="Taxonomy Catch All Column" ma:hidden="true" ma:list="{2e2fe5b0-8d40-4a7d-9855-7a5ceba9e207}" ma:internalName="TaxCatchAll" ma:showField="CatchAllData" ma:web="7da3498b-f732-4cff-b8b6-6fbc0cd175e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Flow_SignoffStatus xmlns="76bd1358-98cb-4bc6-9b1c-3f3d760f5768" xsi:nil="true"/>
    <lcf76f155ced4ddcb4097134ff3c332f xmlns="76bd1358-98cb-4bc6-9b1c-3f3d760f5768">
      <Terms xmlns="http://schemas.microsoft.com/office/infopath/2007/PartnerControls"/>
    </lcf76f155ced4ddcb4097134ff3c332f>
    <TaxCatchAll xmlns="7da3498b-f732-4cff-b8b6-6fbc0cd175e9" xsi:nil="true"/>
  </documentManagement>
</p:properties>
</file>

<file path=customXml/itemProps1.xml><?xml version="1.0" encoding="utf-8"?>
<ds:datastoreItem xmlns:ds="http://schemas.openxmlformats.org/officeDocument/2006/customXml" ds:itemID="{78876C50-592F-4D33-97A1-CC5140C92BC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6E84DDE-2B9A-43D5-B06A-49B9614D73A3}">
  <ds:schemaRefs>
    <ds:schemaRef ds:uri="76bd1358-98cb-4bc6-9b1c-3f3d760f5768"/>
    <ds:schemaRef ds:uri="7da3498b-f732-4cff-b8b6-6fbc0cd175e9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917092F8-48DA-43B1-A923-61B2BCA36EC2}">
  <ds:schemaRefs>
    <ds:schemaRef ds:uri="76bd1358-98cb-4bc6-9b1c-3f3d760f5768"/>
    <ds:schemaRef ds:uri="7da3498b-f732-4cff-b8b6-6fbc0cd175e9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Financing Pros and Cons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Emoke Bada</dc:creator>
  <cp:revision>45</cp:revision>
  <dcterms:created xsi:type="dcterms:W3CDTF">2025-08-26T13:29:49Z</dcterms:created>
  <dcterms:modified xsi:type="dcterms:W3CDTF">2025-12-17T16:05:00Z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0x010100AB9ED4FCBFFE2141BEF8D275EC8A6B1F</vt:lpwstr>
  </property>
  <property fmtid="{D5CDD505-2E9C-101B-9397-08002B2CF9AE}" pid="3" name="MediaServiceImageTags">
    <vt:lpwstr/>
  </property>
</Properties>
</file>
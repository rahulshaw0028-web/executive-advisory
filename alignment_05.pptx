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57BB9-B7D2-A6A1-5992-AE305D54DFDC}" v="5" dt="2025-12-18T11:57:03.763"/>
    <p1510:client id="{3990B59E-B475-EBCF-1044-E8AB6440B71A}" v="22" dt="2025-12-17T15:45:22.118"/>
    <p1510:client id="{47286AA3-8EA5-433B-AF13-43B1A268A842}" v="312" dt="2025-12-16T13:33:01.2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oke Bada" userId="cfd02ffc-285a-4cce-82de-ccc89d3d7be5" providerId="ADAL" clId="{463274BF-6F6A-4DAF-93F0-34C61D4C925E}"/>
    <pc:docChg chg="undo custSel modSld">
      <pc:chgData name="Emoke Bada" userId="cfd02ffc-285a-4cce-82de-ccc89d3d7be5" providerId="ADAL" clId="{463274BF-6F6A-4DAF-93F0-34C61D4C925E}" dt="2025-12-16T13:33:01.262" v="417" actId="20577"/>
      <pc:docMkLst>
        <pc:docMk/>
      </pc:docMkLst>
    </pc:docChg>
  </pc:docChgLst>
  <pc:docChgLst>
    <pc:chgData name="Emoke Bada" userId="S::emoke.bada@slidehub.com::cfd02ffc-285a-4cce-82de-ccc89d3d7be5" providerId="AD" clId="Web-{3990B59E-B475-EBCF-1044-E8AB6440B71A}"/>
    <pc:docChg chg="delSld">
      <pc:chgData name="Emoke Bada" userId="S::emoke.bada@slidehub.com::cfd02ffc-285a-4cce-82de-ccc89d3d7be5" providerId="AD" clId="Web-{3990B59E-B475-EBCF-1044-E8AB6440B71A}" dt="2025-12-17T15:45:22.118" v="21"/>
      <pc:docMkLst>
        <pc:docMk/>
      </pc:docMkLst>
      <pc:sldChg chg="del">
        <pc:chgData name="Emoke Bada" userId="S::emoke.bada@slidehub.com::cfd02ffc-285a-4cce-82de-ccc89d3d7be5" providerId="AD" clId="Web-{3990B59E-B475-EBCF-1044-E8AB6440B71A}" dt="2025-12-17T15:45:22.118" v="21"/>
        <pc:sldMkLst>
          <pc:docMk/>
          <pc:sldMk cId="1302082840" sldId="256"/>
        </pc:sldMkLst>
      </pc:sldChg>
      <pc:sldChg chg="del">
        <pc:chgData name="Emoke Bada" userId="S::emoke.bada@slidehub.com::cfd02ffc-285a-4cce-82de-ccc89d3d7be5" providerId="AD" clId="Web-{3990B59E-B475-EBCF-1044-E8AB6440B71A}" dt="2025-12-17T15:45:22.118" v="19"/>
        <pc:sldMkLst>
          <pc:docMk/>
          <pc:sldMk cId="1694085564" sldId="257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4"/>
        <pc:sldMkLst>
          <pc:docMk/>
          <pc:sldMk cId="2357201885" sldId="259"/>
        </pc:sldMkLst>
      </pc:sldChg>
      <pc:sldChg chg="del">
        <pc:chgData name="Emoke Bada" userId="S::emoke.bada@slidehub.com::cfd02ffc-285a-4cce-82de-ccc89d3d7be5" providerId="AD" clId="Web-{3990B59E-B475-EBCF-1044-E8AB6440B71A}" dt="2025-12-17T15:45:21.524" v="0"/>
        <pc:sldMkLst>
          <pc:docMk/>
          <pc:sldMk cId="4263948712" sldId="260"/>
        </pc:sldMkLst>
      </pc:sldChg>
      <pc:sldChg chg="del">
        <pc:chgData name="Emoke Bada" userId="S::emoke.bada@slidehub.com::cfd02ffc-285a-4cce-82de-ccc89d3d7be5" providerId="AD" clId="Web-{3990B59E-B475-EBCF-1044-E8AB6440B71A}" dt="2025-12-17T15:45:22.087" v="7"/>
        <pc:sldMkLst>
          <pc:docMk/>
          <pc:sldMk cId="901947758" sldId="261"/>
        </pc:sldMkLst>
      </pc:sldChg>
      <pc:sldChg chg="del">
        <pc:chgData name="Emoke Bada" userId="S::emoke.bada@slidehub.com::cfd02ffc-285a-4cce-82de-ccc89d3d7be5" providerId="AD" clId="Web-{3990B59E-B475-EBCF-1044-E8AB6440B71A}" dt="2025-12-17T15:45:22.087" v="6"/>
        <pc:sldMkLst>
          <pc:docMk/>
          <pc:sldMk cId="1577887114" sldId="265"/>
        </pc:sldMkLst>
      </pc:sldChg>
      <pc:sldChg chg="del">
        <pc:chgData name="Emoke Bada" userId="S::emoke.bada@slidehub.com::cfd02ffc-285a-4cce-82de-ccc89d3d7be5" providerId="AD" clId="Web-{3990B59E-B475-EBCF-1044-E8AB6440B71A}" dt="2025-12-17T15:45:21.946" v="5"/>
        <pc:sldMkLst>
          <pc:docMk/>
          <pc:sldMk cId="1868562927" sldId="266"/>
        </pc:sldMkLst>
      </pc:sldChg>
      <pc:sldChg chg="del">
        <pc:chgData name="Emoke Bada" userId="S::emoke.bada@slidehub.com::cfd02ffc-285a-4cce-82de-ccc89d3d7be5" providerId="AD" clId="Web-{3990B59E-B475-EBCF-1044-E8AB6440B71A}" dt="2025-12-17T15:45:21.868" v="4"/>
        <pc:sldMkLst>
          <pc:docMk/>
          <pc:sldMk cId="2212777526" sldId="267"/>
        </pc:sldMkLst>
      </pc:sldChg>
      <pc:sldChg chg="del">
        <pc:chgData name="Emoke Bada" userId="S::emoke.bada@slidehub.com::cfd02ffc-285a-4cce-82de-ccc89d3d7be5" providerId="AD" clId="Web-{3990B59E-B475-EBCF-1044-E8AB6440B71A}" dt="2025-12-17T15:45:21.790" v="3"/>
        <pc:sldMkLst>
          <pc:docMk/>
          <pc:sldMk cId="3243417021" sldId="268"/>
        </pc:sldMkLst>
      </pc:sldChg>
      <pc:sldChg chg="del">
        <pc:chgData name="Emoke Bada" userId="S::emoke.bada@slidehub.com::cfd02ffc-285a-4cce-82de-ccc89d3d7be5" providerId="AD" clId="Web-{3990B59E-B475-EBCF-1044-E8AB6440B71A}" dt="2025-12-17T15:45:21.696" v="2"/>
        <pc:sldMkLst>
          <pc:docMk/>
          <pc:sldMk cId="3936332779" sldId="269"/>
        </pc:sldMkLst>
      </pc:sldChg>
      <pc:sldChg chg="del">
        <pc:chgData name="Emoke Bada" userId="S::emoke.bada@slidehub.com::cfd02ffc-285a-4cce-82de-ccc89d3d7be5" providerId="AD" clId="Web-{3990B59E-B475-EBCF-1044-E8AB6440B71A}" dt="2025-12-17T15:45:21.602" v="1"/>
        <pc:sldMkLst>
          <pc:docMk/>
          <pc:sldMk cId="2483727802" sldId="270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3"/>
        <pc:sldMkLst>
          <pc:docMk/>
          <pc:sldMk cId="441387163" sldId="2986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2"/>
        <pc:sldMkLst>
          <pc:docMk/>
          <pc:sldMk cId="1005775862" sldId="2987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1"/>
        <pc:sldMkLst>
          <pc:docMk/>
          <pc:sldMk cId="1525736074" sldId="2988"/>
        </pc:sldMkLst>
      </pc:sldChg>
      <pc:sldChg chg="del">
        <pc:chgData name="Emoke Bada" userId="S::emoke.bada@slidehub.com::cfd02ffc-285a-4cce-82de-ccc89d3d7be5" providerId="AD" clId="Web-{3990B59E-B475-EBCF-1044-E8AB6440B71A}" dt="2025-12-17T15:45:22.087" v="10"/>
        <pc:sldMkLst>
          <pc:docMk/>
          <pc:sldMk cId="1333682571" sldId="2989"/>
        </pc:sldMkLst>
      </pc:sldChg>
      <pc:sldChg chg="del">
        <pc:chgData name="Emoke Bada" userId="S::emoke.bada@slidehub.com::cfd02ffc-285a-4cce-82de-ccc89d3d7be5" providerId="AD" clId="Web-{3990B59E-B475-EBCF-1044-E8AB6440B71A}" dt="2025-12-17T15:45:22.087" v="9"/>
        <pc:sldMkLst>
          <pc:docMk/>
          <pc:sldMk cId="105427016" sldId="2990"/>
        </pc:sldMkLst>
      </pc:sldChg>
      <pc:sldChg chg="del">
        <pc:chgData name="Emoke Bada" userId="S::emoke.bada@slidehub.com::cfd02ffc-285a-4cce-82de-ccc89d3d7be5" providerId="AD" clId="Web-{3990B59E-B475-EBCF-1044-E8AB6440B71A}" dt="2025-12-17T15:45:22.087" v="8"/>
        <pc:sldMkLst>
          <pc:docMk/>
          <pc:sldMk cId="4172015291" sldId="2991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8"/>
        <pc:sldMkLst>
          <pc:docMk/>
          <pc:sldMk cId="2054461102" sldId="2993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7"/>
        <pc:sldMkLst>
          <pc:docMk/>
          <pc:sldMk cId="3538148096" sldId="2994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6"/>
        <pc:sldMkLst>
          <pc:docMk/>
          <pc:sldMk cId="3821116069" sldId="2995"/>
        </pc:sldMkLst>
      </pc:sldChg>
      <pc:sldChg chg="del">
        <pc:chgData name="Emoke Bada" userId="S::emoke.bada@slidehub.com::cfd02ffc-285a-4cce-82de-ccc89d3d7be5" providerId="AD" clId="Web-{3990B59E-B475-EBCF-1044-E8AB6440B71A}" dt="2025-12-17T15:45:22.102" v="15"/>
        <pc:sldMkLst>
          <pc:docMk/>
          <pc:sldMk cId="1076067159" sldId="2996"/>
        </pc:sldMkLst>
      </pc:sldChg>
      <pc:sldChg chg="del">
        <pc:chgData name="Emoke Bada" userId="S::emoke.bada@slidehub.com::cfd02ffc-285a-4cce-82de-ccc89d3d7be5" providerId="AD" clId="Web-{3990B59E-B475-EBCF-1044-E8AB6440B71A}" dt="2025-12-17T15:45:22.118" v="20"/>
        <pc:sldMkLst>
          <pc:docMk/>
          <pc:sldMk cId="927375168" sldId="2997"/>
        </pc:sldMkLst>
      </pc:sldChg>
    </pc:docChg>
  </pc:docChgLst>
  <pc:docChgLst>
    <pc:chgData name="Emoke Bada" userId="S::emoke.bada@slidehub.com::cfd02ffc-285a-4cce-82de-ccc89d3d7be5" providerId="AD" clId="Web-{31257BB9-B7D2-A6A1-5992-AE305D54DFDC}"/>
    <pc:docChg chg="delSld">
      <pc:chgData name="Emoke Bada" userId="S::emoke.bada@slidehub.com::cfd02ffc-285a-4cce-82de-ccc89d3d7be5" providerId="AD" clId="Web-{31257BB9-B7D2-A6A1-5992-AE305D54DFDC}" dt="2025-12-18T11:57:03.763" v="4"/>
      <pc:docMkLst>
        <pc:docMk/>
      </pc:docMkLst>
      <pc:sldChg chg="del">
        <pc:chgData name="Emoke Bada" userId="S::emoke.bada@slidehub.com::cfd02ffc-285a-4cce-82de-ccc89d3d7be5" providerId="AD" clId="Web-{31257BB9-B7D2-A6A1-5992-AE305D54DFDC}" dt="2025-12-18T11:57:01.935" v="0"/>
        <pc:sldMkLst>
          <pc:docMk/>
          <pc:sldMk cId="3219893365" sldId="274"/>
        </pc:sldMkLst>
      </pc:sldChg>
      <pc:sldChg chg="del">
        <pc:chgData name="Emoke Bada" userId="S::emoke.bada@slidehub.com::cfd02ffc-285a-4cce-82de-ccc89d3d7be5" providerId="AD" clId="Web-{31257BB9-B7D2-A6A1-5992-AE305D54DFDC}" dt="2025-12-18T11:57:01.997" v="2"/>
        <pc:sldMkLst>
          <pc:docMk/>
          <pc:sldMk cId="303590641" sldId="2979"/>
        </pc:sldMkLst>
      </pc:sldChg>
      <pc:sldChg chg="del">
        <pc:chgData name="Emoke Bada" userId="S::emoke.bada@slidehub.com::cfd02ffc-285a-4cce-82de-ccc89d3d7be5" providerId="AD" clId="Web-{31257BB9-B7D2-A6A1-5992-AE305D54DFDC}" dt="2025-12-18T11:57:02.013" v="3"/>
        <pc:sldMkLst>
          <pc:docMk/>
          <pc:sldMk cId="926272968" sldId="2980"/>
        </pc:sldMkLst>
      </pc:sldChg>
      <pc:sldChg chg="del">
        <pc:chgData name="Emoke Bada" userId="S::emoke.bada@slidehub.com::cfd02ffc-285a-4cce-82de-ccc89d3d7be5" providerId="AD" clId="Web-{31257BB9-B7D2-A6A1-5992-AE305D54DFDC}" dt="2025-12-18T11:57:01.966" v="1"/>
        <pc:sldMkLst>
          <pc:docMk/>
          <pc:sldMk cId="3125420346" sldId="2981"/>
        </pc:sldMkLst>
      </pc:sldChg>
      <pc:sldChg chg="del">
        <pc:chgData name="Emoke Bada" userId="S::emoke.bada@slidehub.com::cfd02ffc-285a-4cce-82de-ccc89d3d7be5" providerId="AD" clId="Web-{31257BB9-B7D2-A6A1-5992-AE305D54DFDC}" dt="2025-12-18T11:57:03.763" v="4"/>
        <pc:sldMkLst>
          <pc:docMk/>
          <pc:sldMk cId="3368568977" sldId="2982"/>
        </pc:sldMkLst>
      </pc:sldChg>
    </pc:docChg>
  </pc:docChgLst>
  <pc:docChgLst>
    <pc:chgData name="Emoke Bada" userId="S::emoke.bada@slidehub.com::cfd02ffc-285a-4cce-82de-ccc89d3d7be5" providerId="AD" clId="Web-{F27A5F9D-8F89-F0B5-6FF5-9A33F332939E}"/>
    <pc:docChg chg="delSld modSld">
      <pc:chgData name="Emoke Bada" userId="S::emoke.bada@slidehub.com::cfd02ffc-285a-4cce-82de-ccc89d3d7be5" providerId="AD" clId="Web-{F27A5F9D-8F89-F0B5-6FF5-9A33F332939E}" dt="2025-12-15T14:17:44.397" v="92" actId="20577"/>
      <pc:docMkLst>
        <pc:docMk/>
      </pc:docMkLst>
      <pc:sldChg chg="addSp modSp">
        <pc:chgData name="Emoke Bada" userId="S::emoke.bada@slidehub.com::cfd02ffc-285a-4cce-82de-ccc89d3d7be5" providerId="AD" clId="Web-{F27A5F9D-8F89-F0B5-6FF5-9A33F332939E}" dt="2025-12-15T12:40:28.534" v="6"/>
        <pc:sldMkLst>
          <pc:docMk/>
          <pc:sldMk cId="4251574507" sldId="273"/>
        </pc:sldMkLst>
        <pc:spChg chg="mod">
          <ac:chgData name="Emoke Bada" userId="S::emoke.bada@slidehub.com::cfd02ffc-285a-4cce-82de-ccc89d3d7be5" providerId="AD" clId="Web-{F27A5F9D-8F89-F0B5-6FF5-9A33F332939E}" dt="2025-12-15T12:40:28.534" v="6"/>
          <ac:spMkLst>
            <pc:docMk/>
            <pc:sldMk cId="4251574507" sldId="273"/>
            <ac:spMk id="12" creationId="{A8D16F0B-900E-9F2A-CED1-86C5096E0CAD}"/>
          </ac:spMkLst>
        </pc:spChg>
        <pc:spChg chg="mod">
          <ac:chgData name="Emoke Bada" userId="S::emoke.bada@slidehub.com::cfd02ffc-285a-4cce-82de-ccc89d3d7be5" providerId="AD" clId="Web-{F27A5F9D-8F89-F0B5-6FF5-9A33F332939E}" dt="2025-12-15T12:40:17.315" v="5"/>
          <ac:spMkLst>
            <pc:docMk/>
            <pc:sldMk cId="4251574507" sldId="273"/>
            <ac:spMk id="14" creationId="{3B65CB8C-0267-A68A-45B9-233CF461D6FF}"/>
          </ac:spMkLst>
        </pc:spChg>
        <pc:spChg chg="add">
          <ac:chgData name="Emoke Bada" userId="S::emoke.bada@slidehub.com::cfd02ffc-285a-4cce-82de-ccc89d3d7be5" providerId="AD" clId="Web-{F27A5F9D-8F89-F0B5-6FF5-9A33F332939E}" dt="2025-12-15T12:40:03.283" v="3"/>
          <ac:spMkLst>
            <pc:docMk/>
            <pc:sldMk cId="4251574507" sldId="273"/>
            <ac:spMk id="21" creationId="{842D4859-E1CA-5238-2B2B-E09B31108AF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A0B0F-AFDE-4A98-A58D-E8E99303B0C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A70C3-517B-4CCA-8FD6-CDCC8B6FD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01C4-281A-FB0C-C19D-7C479FFC1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9E74B-8ACF-6F0F-93F6-BBB6AA9EA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4AE0-53B0-7C1D-2B72-4443411A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23516-64AA-AD7B-D279-19301A24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3EC8-40B5-E5B2-903D-5CA3C6C9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9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99A7-4966-A658-4B95-26EB0CC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4084-671B-98A3-D275-686D58DCA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46223-6FBA-2414-AB07-8BB14C73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C9B-870A-64D4-3EC4-D52CA23D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1B0A5-70E0-181A-F7E9-AE822D39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9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2C3A-357F-34D9-F3E8-4F73CBAA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464E-C9E7-460B-8CCE-1EA88F0D1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5718F-EC85-11EA-1310-ECD30A7C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4934-4A0C-4AE7-5CF7-BD2366C0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63A8-6823-2512-3313-EC081AF4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5E30-A7E3-45FD-BBE6-D3654858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7B33-AF90-3CCC-DFE2-759ACA54F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C697-D117-9EA8-23E2-5499D953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AC4B5-5593-601F-B60A-FDFD8EF1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E3E82-43F5-5C46-95A2-CA3E7A69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DCDEB-ADD6-F108-1214-3973388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1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0C96-65DB-48E3-D18A-F8A584CD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F4B6-8BCF-FDB6-2ACB-727EAED5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2458D-B124-7E28-6BC4-8DA6ADC4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ADC0C-DE42-8D9B-F62B-F9F55ADC8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C9451-B1D5-F305-E682-01418D355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D17CB-0A78-7423-89B8-B1045018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1C680-D3BD-D697-7533-F7371762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9802A-027A-A752-03F8-0210FA0B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2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9D3D-37E0-6DC8-B474-94B828B2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7A22E-4B30-D261-809A-B09CD56C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3127A-290B-7235-26E8-A98641F3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8FE7A-80B9-B5F2-DD58-8C4F5B846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8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3E6DF-D2D7-264B-F1BF-7417EFBEE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751F6-8B7B-F431-AC9C-426B728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E7CB-2D38-7BD4-3018-4341D185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3CDC-BD01-0A63-15EF-2C2312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07991-6869-7345-06C6-4B167A94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4854-7B45-A8D7-7A8B-6090091EE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45ACB-D1C9-4E53-8D60-611C143D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7D6F5-28AC-FFD0-BDAD-138264FD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4EA0-8FEE-7C86-166B-084E6F4F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8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4827-9B21-4F53-FC80-C961BA14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16FA5-62A2-D14A-A1AE-5FCE8D1DF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2708D-1E05-77DE-FD5C-CBBEB416D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6C06-9D24-EA27-D6A3-AD7C89CC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7155-C72E-A44E-F20A-97D3D692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B0A3E-950A-F59D-0026-25205E4D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2DB7-ABD7-F410-90FE-24B0A78F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32DC3-75A4-C59C-42A1-C1704D07F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915F-C4C0-95B7-7B85-41E95768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1E6EF-26BD-0A81-8A30-E7494102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0D100-6201-E140-9541-D1D9F7E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2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4FAD1-7E29-1003-5CBC-2DC86DCC8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92E98-8A97-684E-2C97-CAFA1597A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EF3F-AF22-2863-B591-3F656DED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03F7-B613-FBD6-0B77-1FE661DE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CEC2F-C451-4323-94BC-FCBC089B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8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ATION MUS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D7625CD-4BD3-476C-8CCB-A355E4470A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D7625CD-4BD3-476C-8CCB-A355E447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7041539-0E90-4D5C-BCBC-070DE1EED00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3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7949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46C8D-EB10-ADD1-96A5-33C33D63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AB00E-F079-A8A0-EEB9-D445A06B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D8B9-93D5-9D14-B135-BC8B63B3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DC6A-C244-42CD-9E50-FBB6963F4CE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6CA4-4FAF-8560-99F8-D1C79D915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3E28F-4EE7-AEC2-5FC1-6010370C8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DED71-BCB5-4BBA-8120-7622EA555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1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D7F8CD-CDC5-88DC-B4A1-BE7E1DEDD39D}"/>
              </a:ext>
            </a:extLst>
          </p:cNvPr>
          <p:cNvSpPr/>
          <p:nvPr/>
        </p:nvSpPr>
        <p:spPr>
          <a:xfrm>
            <a:off x="4863599" y="1158875"/>
            <a:ext cx="79513" cy="1057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9pPr>
          </a:lstStyle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05385E-C2F3-E4CC-579D-15F39E92E523}"/>
              </a:ext>
            </a:extLst>
          </p:cNvPr>
          <p:cNvSpPr/>
          <p:nvPr/>
        </p:nvSpPr>
        <p:spPr>
          <a:xfrm>
            <a:off x="4863599" y="1505797"/>
            <a:ext cx="2739538" cy="1057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Clarity of Vision</a:t>
            </a:r>
            <a:r>
              <a:rPr lang="en-US">
                <a:solidFill>
                  <a:schemeClr val="tx1"/>
                </a:solidFill>
              </a:rPr>
              <a:t> – Define clear goals and standards so everyone knows what excellence looks like.</a:t>
            </a:r>
            <a:endParaRPr lang="en-GB" sz="1400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4C3E1-9AE4-4BCB-FD3C-308F8D6D6EEA}"/>
              </a:ext>
            </a:extLst>
          </p:cNvPr>
          <p:cNvGrpSpPr/>
          <p:nvPr/>
        </p:nvGrpSpPr>
        <p:grpSpPr>
          <a:xfrm>
            <a:off x="8214033" y="1158875"/>
            <a:ext cx="2642541" cy="1286663"/>
            <a:chOff x="6498753" y="1158875"/>
            <a:chExt cx="2642541" cy="12866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C0B4F56-33D6-C01F-BCFD-4ADE547F4C0D}"/>
                </a:ext>
              </a:extLst>
            </p:cNvPr>
            <p:cNvSpPr/>
            <p:nvPr/>
          </p:nvSpPr>
          <p:spPr>
            <a:xfrm>
              <a:off x="6861570" y="1158875"/>
              <a:ext cx="79513" cy="1057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93AA2C-010F-9B2E-1A9F-FC382068E269}"/>
                </a:ext>
              </a:extLst>
            </p:cNvPr>
            <p:cNvSpPr/>
            <p:nvPr/>
          </p:nvSpPr>
          <p:spPr>
            <a:xfrm>
              <a:off x="6498753" y="1388003"/>
              <a:ext cx="2642541" cy="10575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r>
                <a:rPr lang="en-US" b="1">
                  <a:solidFill>
                    <a:schemeClr val="tx1"/>
                  </a:solidFill>
                </a:rPr>
                <a:t>Precision in Execution</a:t>
              </a:r>
              <a:r>
                <a:rPr lang="en-US">
                  <a:solidFill>
                    <a:schemeClr val="tx1"/>
                  </a:solidFill>
                </a:rPr>
                <a:t> – Focus on accuracy, attention to detail, and consistent delivery.</a:t>
              </a:r>
              <a:endParaRPr lang="en-GB" sz="1400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BA7356C-A8CC-396A-8799-73D71AB086E4}"/>
              </a:ext>
            </a:extLst>
          </p:cNvPr>
          <p:cNvSpPr/>
          <p:nvPr/>
        </p:nvSpPr>
        <p:spPr>
          <a:xfrm>
            <a:off x="4863599" y="5001182"/>
            <a:ext cx="79513" cy="1057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9pPr>
          </a:lstStyle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BB3375-4F9C-2303-9E46-98EF6322F999}"/>
              </a:ext>
            </a:extLst>
          </p:cNvPr>
          <p:cNvSpPr/>
          <p:nvPr/>
        </p:nvSpPr>
        <p:spPr>
          <a:xfrm>
            <a:off x="4442547" y="4472420"/>
            <a:ext cx="2739538" cy="1057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Continuous Improvement</a:t>
            </a:r>
            <a:r>
              <a:rPr lang="en-US">
                <a:solidFill>
                  <a:schemeClr val="tx1"/>
                </a:solidFill>
              </a:rPr>
              <a:t> – Embrace feedback, learning, and innovation to raise the bar.</a:t>
            </a:r>
            <a:endParaRPr lang="en-GB" sz="1400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D6C185-F670-2606-32DD-4BF79E0F059C}"/>
              </a:ext>
            </a:extLst>
          </p:cNvPr>
          <p:cNvGrpSpPr/>
          <p:nvPr/>
        </p:nvGrpSpPr>
        <p:grpSpPr>
          <a:xfrm>
            <a:off x="8309893" y="4178607"/>
            <a:ext cx="3698251" cy="1581222"/>
            <a:chOff x="6861570" y="5001182"/>
            <a:chExt cx="3698251" cy="15812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271D0A-6E71-BC59-B6D7-5C8C56B01463}"/>
                </a:ext>
              </a:extLst>
            </p:cNvPr>
            <p:cNvSpPr/>
            <p:nvPr/>
          </p:nvSpPr>
          <p:spPr>
            <a:xfrm>
              <a:off x="6861570" y="5001182"/>
              <a:ext cx="79513" cy="10575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EBF5A9-E6CA-A2EB-E952-9E1B73B95F26}"/>
                </a:ext>
              </a:extLst>
            </p:cNvPr>
            <p:cNvSpPr/>
            <p:nvPr/>
          </p:nvSpPr>
          <p:spPr>
            <a:xfrm>
              <a:off x="7898322" y="5524869"/>
              <a:ext cx="2661499" cy="10575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r>
                <a:rPr lang="en-US" b="1">
                  <a:solidFill>
                    <a:schemeClr val="tx1"/>
                  </a:solidFill>
                </a:rPr>
                <a:t>Impact with Integrity</a:t>
              </a:r>
              <a:r>
                <a:rPr lang="en-US">
                  <a:solidFill>
                    <a:schemeClr val="tx1"/>
                  </a:solidFill>
                </a:rPr>
                <a:t> – Deliver results that create lasting value while staying true to core principles.</a:t>
              </a:r>
              <a:endParaRPr lang="en-GB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3083D2-64DA-B5D3-70D2-8EF49161103D}"/>
              </a:ext>
            </a:extLst>
          </p:cNvPr>
          <p:cNvGrpSpPr/>
          <p:nvPr/>
        </p:nvGrpSpPr>
        <p:grpSpPr>
          <a:xfrm>
            <a:off x="681887" y="1199163"/>
            <a:ext cx="4309516" cy="4146034"/>
            <a:chOff x="169243" y="1867644"/>
            <a:chExt cx="3309731" cy="318417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692B4F6-6FCE-2E49-445A-F87ECA833CE7}"/>
                </a:ext>
              </a:extLst>
            </p:cNvPr>
            <p:cNvSpPr/>
            <p:nvPr/>
          </p:nvSpPr>
          <p:spPr>
            <a:xfrm>
              <a:off x="169243" y="1867644"/>
              <a:ext cx="2897251" cy="289725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D16F0B-900E-9F2A-CED1-86C5096E0CAD}"/>
                </a:ext>
              </a:extLst>
            </p:cNvPr>
            <p:cNvSpPr/>
            <p:nvPr/>
          </p:nvSpPr>
          <p:spPr>
            <a:xfrm>
              <a:off x="695341" y="2705010"/>
              <a:ext cx="2346810" cy="23468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CA50D51-B8D4-555B-39B1-47B3903ADBEF}"/>
                </a:ext>
              </a:extLst>
            </p:cNvPr>
            <p:cNvSpPr/>
            <p:nvPr/>
          </p:nvSpPr>
          <p:spPr>
            <a:xfrm>
              <a:off x="1617868" y="2578610"/>
              <a:ext cx="1861106" cy="186110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B65CB8C-0267-A68A-45B9-233CF461D6FF}"/>
                </a:ext>
              </a:extLst>
            </p:cNvPr>
            <p:cNvSpPr/>
            <p:nvPr/>
          </p:nvSpPr>
          <p:spPr>
            <a:xfrm>
              <a:off x="1309476" y="2845073"/>
              <a:ext cx="1232453" cy="123245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7CED803-5F31-6E99-12D1-7F44B8AE0FA3}"/>
                </a:ext>
              </a:extLst>
            </p:cNvPr>
            <p:cNvSpPr/>
            <p:nvPr/>
          </p:nvSpPr>
          <p:spPr>
            <a:xfrm>
              <a:off x="933281" y="2845073"/>
              <a:ext cx="715618" cy="715618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0101-1E53-0291-A552-27A891E3C981}"/>
              </a:ext>
            </a:extLst>
          </p:cNvPr>
          <p:cNvGrpSpPr/>
          <p:nvPr/>
        </p:nvGrpSpPr>
        <p:grpSpPr>
          <a:xfrm>
            <a:off x="9116724" y="3429000"/>
            <a:ext cx="1656468" cy="1119192"/>
            <a:chOff x="6593957" y="3059415"/>
            <a:chExt cx="1656468" cy="1119192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85619DF0-6320-98BC-A516-920C632DF372}"/>
                </a:ext>
              </a:extLst>
            </p:cNvPr>
            <p:cNvSpPr/>
            <p:nvPr/>
          </p:nvSpPr>
          <p:spPr>
            <a:xfrm>
              <a:off x="6593957" y="3059415"/>
              <a:ext cx="932660" cy="559596"/>
            </a:xfrm>
            <a:prstGeom prst="parallelogram">
              <a:avLst>
                <a:gd name="adj" fmla="val 7007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F0FD1CC1-C868-10D0-4839-6A84050AAF45}"/>
                </a:ext>
              </a:extLst>
            </p:cNvPr>
            <p:cNvSpPr/>
            <p:nvPr/>
          </p:nvSpPr>
          <p:spPr>
            <a:xfrm>
              <a:off x="7317765" y="3059415"/>
              <a:ext cx="932660" cy="559596"/>
            </a:xfrm>
            <a:prstGeom prst="parallelogram">
              <a:avLst>
                <a:gd name="adj" fmla="val 7007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B1A6AEB-8653-5707-31E8-6EFF25E49B9B}"/>
                </a:ext>
              </a:extLst>
            </p:cNvPr>
            <p:cNvSpPr/>
            <p:nvPr/>
          </p:nvSpPr>
          <p:spPr>
            <a:xfrm flipV="1">
              <a:off x="6593957" y="3619011"/>
              <a:ext cx="932660" cy="559596"/>
            </a:xfrm>
            <a:prstGeom prst="parallelogram">
              <a:avLst>
                <a:gd name="adj" fmla="val 7007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EF6C98AE-69D9-6B4F-2C8A-CBE165359517}"/>
                </a:ext>
              </a:extLst>
            </p:cNvPr>
            <p:cNvSpPr/>
            <p:nvPr/>
          </p:nvSpPr>
          <p:spPr>
            <a:xfrm flipV="1">
              <a:off x="7317765" y="3619011"/>
              <a:ext cx="932660" cy="559596"/>
            </a:xfrm>
            <a:prstGeom prst="parallelogram">
              <a:avLst>
                <a:gd name="adj" fmla="val 7007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</a:defRPr>
              </a:lvl9pPr>
            </a:lstStyle>
            <a:p>
              <a:pPr algn="ctr"/>
              <a:endParaRPr lang="en-GB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402343-7476-2844-6CFD-E68D6577CB13}"/>
              </a:ext>
            </a:extLst>
          </p:cNvPr>
          <p:cNvCxnSpPr/>
          <p:nvPr/>
        </p:nvCxnSpPr>
        <p:spPr>
          <a:xfrm>
            <a:off x="1689100" y="3142908"/>
            <a:ext cx="8813800" cy="0"/>
          </a:xfrm>
          <a:prstGeom prst="line">
            <a:avLst/>
          </a:prstGeom>
          <a:ln w="762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1 Shape Name"/>
          <p:cNvSpPr>
            <a:spLocks noGrp="1"/>
          </p:cNvSpPr>
          <p:nvPr>
            <p:ph type="title"/>
          </p:nvPr>
        </p:nvSpPr>
        <p:spPr>
          <a:xfrm>
            <a:off x="161795" y="159614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Targeting Excellence</a:t>
            </a: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2D4859-E1CA-5238-2B2B-E09B31108AF1}"/>
              </a:ext>
            </a:extLst>
          </p:cNvPr>
          <p:cNvSpPr/>
          <p:nvPr/>
        </p:nvSpPr>
        <p:spPr>
          <a:xfrm>
            <a:off x="7943850" y="-46235"/>
            <a:ext cx="4248150" cy="158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Instructions: 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Align content on slide perfectly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Follow client's style and guidelines </a:t>
            </a:r>
            <a:endParaRPr lang="en-US" sz="1400" b="1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If you cannot meet any guideline rules or in case of any other issues leave yellow sticker (like this one) with information for the admin</a:t>
            </a:r>
            <a:endParaRPr lang="en-US" sz="1400">
              <a:solidFill>
                <a:srgbClr val="000000"/>
              </a:solidFill>
              <a:cs typeface="Calibri" panose="020F0502020204030204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157450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ZEjfHTTRW7Eq1_LyZbr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373989057560664629813810955629500163041749511523814692663091"/>
  <p:tag name="SLIDEHUBUPDATETIME" val="2023-03-03 12:40:17.07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44B4AB-E803-4223-A28E-9A7B93DEDDB0}">
  <we:reference id="512bb70a-1733-11ee-be56-0242ac120002" version="1.0.0.1" store="EXCatalog" storeType="EXCatalog"/>
  <we:alternateReferences>
    <we:reference id="WA2000057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9ED4FCBFFE2141BEF8D275EC8A6B1F" ma:contentTypeVersion="19" ma:contentTypeDescription="Create a new document." ma:contentTypeScope="" ma:versionID="fa76caa31a7632e58037de4d34d151a2">
  <xsd:schema xmlns:xsd="http://www.w3.org/2001/XMLSchema" xmlns:xs="http://www.w3.org/2001/XMLSchema" xmlns:p="http://schemas.microsoft.com/office/2006/metadata/properties" xmlns:ns2="76bd1358-98cb-4bc6-9b1c-3f3d760f5768" xmlns:ns3="7da3498b-f732-4cff-b8b6-6fbc0cd175e9" targetNamespace="http://schemas.microsoft.com/office/2006/metadata/properties" ma:root="true" ma:fieldsID="b2ba7a21ca39d606f806af21fd604294" ns2:_="" ns3:_="">
    <xsd:import namespace="76bd1358-98cb-4bc6-9b1c-3f3d760f5768"/>
    <xsd:import namespace="7da3498b-f732-4cff-b8b6-6fbc0cd17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d1358-98cb-4bc6-9b1c-3f3d760f57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bfc3e47-5c9b-4ad3-a4da-a73677d913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3498b-f732-4cff-b8b6-6fbc0cd175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e2fe5b0-8d40-4a7d-9855-7a5ceba9e207}" ma:internalName="TaxCatchAll" ma:showField="CatchAllData" ma:web="7da3498b-f732-4cff-b8b6-6fbc0cd175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6bd1358-98cb-4bc6-9b1c-3f3d760f5768" xsi:nil="true"/>
    <lcf76f155ced4ddcb4097134ff3c332f xmlns="76bd1358-98cb-4bc6-9b1c-3f3d760f5768">
      <Terms xmlns="http://schemas.microsoft.com/office/infopath/2007/PartnerControls"/>
    </lcf76f155ced4ddcb4097134ff3c332f>
    <TaxCatchAll xmlns="7da3498b-f732-4cff-b8b6-6fbc0cd175e9" xsi:nil="true"/>
  </documentManagement>
</p:properties>
</file>

<file path=customXml/itemProps1.xml><?xml version="1.0" encoding="utf-8"?>
<ds:datastoreItem xmlns:ds="http://schemas.openxmlformats.org/officeDocument/2006/customXml" ds:itemID="{78876C50-592F-4D33-97A1-CC5140C92B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E84DDE-2B9A-43D5-B06A-49B9614D73A3}">
  <ds:schemaRefs>
    <ds:schemaRef ds:uri="76bd1358-98cb-4bc6-9b1c-3f3d760f5768"/>
    <ds:schemaRef ds:uri="7da3498b-f732-4cff-b8b6-6fbc0cd175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7092F8-48DA-43B1-A923-61B2BCA36EC2}">
  <ds:schemaRefs>
    <ds:schemaRef ds:uri="76bd1358-98cb-4bc6-9b1c-3f3d760f5768"/>
    <ds:schemaRef ds:uri="7da3498b-f732-4cff-b8b6-6fbc0cd175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Targeting Excellence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Emoke Bada</dc:creator>
  <cp:revision>7</cp:revision>
  <dcterms:created xsi:type="dcterms:W3CDTF">2025-08-26T13:29:49Z</dcterms:created>
  <dcterms:modified xsi:type="dcterms:W3CDTF">2025-12-18T11:57:11Z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0x010100AB9ED4FCBFFE2141BEF8D275EC8A6B1F</vt:lpwstr>
  </property>
  <property fmtid="{D5CDD505-2E9C-101B-9397-08002B2CF9AE}" pid="3" name="MediaServiceImageTags">
    <vt:lpwstr/>
  </property>
</Properties>
</file>
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86AA3-8EA5-433B-AF13-43B1A268A842}" v="312" dt="2025-12-16T13:33:01.262"/>
    <p1510:client id="{E46C95FE-25A7-69CA-7BCA-53F41DF6957E}" v="5" dt="2025-12-18T12:38:45.753"/>
    <p1510:client id="{F766FD4C-5048-CCBC-5B2C-2A0B2A7E2899}" v="22" dt="2025-12-17T15:46:40.58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oke Bada" userId="cfd02ffc-285a-4cce-82de-ccc89d3d7be5" providerId="ADAL" clId="{463274BF-6F6A-4DAF-93F0-34C61D4C925E}"/>
    <pc:docChg chg="undo custSel modSld">
      <pc:chgData name="Emoke Bada" userId="cfd02ffc-285a-4cce-82de-ccc89d3d7be5" providerId="ADAL" clId="{463274BF-6F6A-4DAF-93F0-34C61D4C925E}" dt="2025-12-16T13:33:01.262" v="417" actId="20577"/>
      <pc:docMkLst>
        <pc:docMk/>
      </pc:docMkLst>
    </pc:docChg>
  </pc:docChgLst>
  <pc:docChgLst>
    <pc:chgData name="Emoke Bada" userId="S::emoke.bada@slidehub.com::cfd02ffc-285a-4cce-82de-ccc89d3d7be5" providerId="AD" clId="Web-{F766FD4C-5048-CCBC-5B2C-2A0B2A7E2899}"/>
    <pc:docChg chg="delSld">
      <pc:chgData name="Emoke Bada" userId="S::emoke.bada@slidehub.com::cfd02ffc-285a-4cce-82de-ccc89d3d7be5" providerId="AD" clId="Web-{F766FD4C-5048-CCBC-5B2C-2A0B2A7E2899}" dt="2025-12-17T15:46:40.587" v="21"/>
      <pc:docMkLst>
        <pc:docMk/>
      </pc:docMkLst>
      <pc:sldChg chg="del">
        <pc:chgData name="Emoke Bada" userId="S::emoke.bada@slidehub.com::cfd02ffc-285a-4cce-82de-ccc89d3d7be5" providerId="AD" clId="Web-{F766FD4C-5048-CCBC-5B2C-2A0B2A7E2899}" dt="2025-12-17T15:46:36.352" v="13"/>
        <pc:sldMkLst>
          <pc:docMk/>
          <pc:sldMk cId="1302082840" sldId="256"/>
        </pc:sldMkLst>
      </pc:sldChg>
      <pc:sldChg chg="del">
        <pc:chgData name="Emoke Bada" userId="S::emoke.bada@slidehub.com::cfd02ffc-285a-4cce-82de-ccc89d3d7be5" providerId="AD" clId="Web-{F766FD4C-5048-CCBC-5B2C-2A0B2A7E2899}" dt="2025-12-17T15:46:36.352" v="11"/>
        <pc:sldMkLst>
          <pc:docMk/>
          <pc:sldMk cId="1694085564" sldId="257"/>
        </pc:sldMkLst>
      </pc:sldChg>
      <pc:sldChg chg="del">
        <pc:chgData name="Emoke Bada" userId="S::emoke.bada@slidehub.com::cfd02ffc-285a-4cce-82de-ccc89d3d7be5" providerId="AD" clId="Web-{F766FD4C-5048-CCBC-5B2C-2A0B2A7E2899}" dt="2025-12-17T15:46:36.337" v="6"/>
        <pc:sldMkLst>
          <pc:docMk/>
          <pc:sldMk cId="2357201885" sldId="259"/>
        </pc:sldMkLst>
      </pc:sldChg>
      <pc:sldChg chg="del">
        <pc:chgData name="Emoke Bada" userId="S::emoke.bada@slidehub.com::cfd02ffc-285a-4cce-82de-ccc89d3d7be5" providerId="AD" clId="Web-{F766FD4C-5048-CCBC-5B2C-2A0B2A7E2899}" dt="2025-12-17T15:46:38.946" v="20"/>
        <pc:sldMkLst>
          <pc:docMk/>
          <pc:sldMk cId="4263948712" sldId="260"/>
        </pc:sldMkLst>
      </pc:sldChg>
      <pc:sldChg chg="del">
        <pc:chgData name="Emoke Bada" userId="S::emoke.bada@slidehub.com::cfd02ffc-285a-4cce-82de-ccc89d3d7be5" providerId="AD" clId="Web-{F766FD4C-5048-CCBC-5B2C-2A0B2A7E2899}" dt="2025-12-17T15:46:40.587" v="21"/>
        <pc:sldMkLst>
          <pc:docMk/>
          <pc:sldMk cId="901947758" sldId="261"/>
        </pc:sldMkLst>
      </pc:sldChg>
      <pc:sldChg chg="del">
        <pc:chgData name="Emoke Bada" userId="S::emoke.bada@slidehub.com::cfd02ffc-285a-4cce-82de-ccc89d3d7be5" providerId="AD" clId="Web-{F766FD4C-5048-CCBC-5B2C-2A0B2A7E2899}" dt="2025-12-17T15:46:38.899" v="15"/>
        <pc:sldMkLst>
          <pc:docMk/>
          <pc:sldMk cId="4251574507" sldId="273"/>
        </pc:sldMkLst>
      </pc:sldChg>
      <pc:sldChg chg="del">
        <pc:chgData name="Emoke Bada" userId="S::emoke.bada@slidehub.com::cfd02ffc-285a-4cce-82de-ccc89d3d7be5" providerId="AD" clId="Web-{F766FD4C-5048-CCBC-5B2C-2A0B2A7E2899}" dt="2025-12-17T15:46:38.899" v="16"/>
        <pc:sldMkLst>
          <pc:docMk/>
          <pc:sldMk cId="3219893365" sldId="274"/>
        </pc:sldMkLst>
      </pc:sldChg>
      <pc:sldChg chg="del">
        <pc:chgData name="Emoke Bada" userId="S::emoke.bada@slidehub.com::cfd02ffc-285a-4cce-82de-ccc89d3d7be5" providerId="AD" clId="Web-{F766FD4C-5048-CCBC-5B2C-2A0B2A7E2899}" dt="2025-12-17T15:46:38.931" v="18"/>
        <pc:sldMkLst>
          <pc:docMk/>
          <pc:sldMk cId="303590641" sldId="2979"/>
        </pc:sldMkLst>
      </pc:sldChg>
      <pc:sldChg chg="del">
        <pc:chgData name="Emoke Bada" userId="S::emoke.bada@slidehub.com::cfd02ffc-285a-4cce-82de-ccc89d3d7be5" providerId="AD" clId="Web-{F766FD4C-5048-CCBC-5B2C-2A0B2A7E2899}" dt="2025-12-17T15:46:38.946" v="19"/>
        <pc:sldMkLst>
          <pc:docMk/>
          <pc:sldMk cId="926272968" sldId="2980"/>
        </pc:sldMkLst>
      </pc:sldChg>
      <pc:sldChg chg="del">
        <pc:chgData name="Emoke Bada" userId="S::emoke.bada@slidehub.com::cfd02ffc-285a-4cce-82de-ccc89d3d7be5" providerId="AD" clId="Web-{F766FD4C-5048-CCBC-5B2C-2A0B2A7E2899}" dt="2025-12-17T15:46:38.915" v="17"/>
        <pc:sldMkLst>
          <pc:docMk/>
          <pc:sldMk cId="3125420346" sldId="2981"/>
        </pc:sldMkLst>
      </pc:sldChg>
      <pc:sldChg chg="del">
        <pc:chgData name="Emoke Bada" userId="S::emoke.bada@slidehub.com::cfd02ffc-285a-4cce-82de-ccc89d3d7be5" providerId="AD" clId="Web-{F766FD4C-5048-CCBC-5B2C-2A0B2A7E2899}" dt="2025-12-17T15:46:38.884" v="14"/>
        <pc:sldMkLst>
          <pc:docMk/>
          <pc:sldMk cId="3368568977" sldId="2982"/>
        </pc:sldMkLst>
      </pc:sldChg>
      <pc:sldChg chg="del">
        <pc:chgData name="Emoke Bada" userId="S::emoke.bada@slidehub.com::cfd02ffc-285a-4cce-82de-ccc89d3d7be5" providerId="AD" clId="Web-{F766FD4C-5048-CCBC-5B2C-2A0B2A7E2899}" dt="2025-12-17T15:46:36.337" v="5"/>
        <pc:sldMkLst>
          <pc:docMk/>
          <pc:sldMk cId="441387163" sldId="2986"/>
        </pc:sldMkLst>
      </pc:sldChg>
      <pc:sldChg chg="del">
        <pc:chgData name="Emoke Bada" userId="S::emoke.bada@slidehub.com::cfd02ffc-285a-4cce-82de-ccc89d3d7be5" providerId="AD" clId="Web-{F766FD4C-5048-CCBC-5B2C-2A0B2A7E2899}" dt="2025-12-17T15:46:36.321" v="4"/>
        <pc:sldMkLst>
          <pc:docMk/>
          <pc:sldMk cId="1005775862" sldId="2987"/>
        </pc:sldMkLst>
      </pc:sldChg>
      <pc:sldChg chg="del">
        <pc:chgData name="Emoke Bada" userId="S::emoke.bada@slidehub.com::cfd02ffc-285a-4cce-82de-ccc89d3d7be5" providerId="AD" clId="Web-{F766FD4C-5048-CCBC-5B2C-2A0B2A7E2899}" dt="2025-12-17T15:46:36.321" v="3"/>
        <pc:sldMkLst>
          <pc:docMk/>
          <pc:sldMk cId="1525736074" sldId="2988"/>
        </pc:sldMkLst>
      </pc:sldChg>
      <pc:sldChg chg="del">
        <pc:chgData name="Emoke Bada" userId="S::emoke.bada@slidehub.com::cfd02ffc-285a-4cce-82de-ccc89d3d7be5" providerId="AD" clId="Web-{F766FD4C-5048-CCBC-5B2C-2A0B2A7E2899}" dt="2025-12-17T15:46:36.321" v="2"/>
        <pc:sldMkLst>
          <pc:docMk/>
          <pc:sldMk cId="1333682571" sldId="2989"/>
        </pc:sldMkLst>
      </pc:sldChg>
      <pc:sldChg chg="del">
        <pc:chgData name="Emoke Bada" userId="S::emoke.bada@slidehub.com::cfd02ffc-285a-4cce-82de-ccc89d3d7be5" providerId="AD" clId="Web-{F766FD4C-5048-CCBC-5B2C-2A0B2A7E2899}" dt="2025-12-17T15:46:36.321" v="1"/>
        <pc:sldMkLst>
          <pc:docMk/>
          <pc:sldMk cId="105427016" sldId="2990"/>
        </pc:sldMkLst>
      </pc:sldChg>
      <pc:sldChg chg="del">
        <pc:chgData name="Emoke Bada" userId="S::emoke.bada@slidehub.com::cfd02ffc-285a-4cce-82de-ccc89d3d7be5" providerId="AD" clId="Web-{F766FD4C-5048-CCBC-5B2C-2A0B2A7E2899}" dt="2025-12-17T15:46:36.321" v="0"/>
        <pc:sldMkLst>
          <pc:docMk/>
          <pc:sldMk cId="4172015291" sldId="2991"/>
        </pc:sldMkLst>
      </pc:sldChg>
      <pc:sldChg chg="del">
        <pc:chgData name="Emoke Bada" userId="S::emoke.bada@slidehub.com::cfd02ffc-285a-4cce-82de-ccc89d3d7be5" providerId="AD" clId="Web-{F766FD4C-5048-CCBC-5B2C-2A0B2A7E2899}" dt="2025-12-17T15:46:36.337" v="10"/>
        <pc:sldMkLst>
          <pc:docMk/>
          <pc:sldMk cId="2054461102" sldId="2993"/>
        </pc:sldMkLst>
      </pc:sldChg>
      <pc:sldChg chg="del">
        <pc:chgData name="Emoke Bada" userId="S::emoke.bada@slidehub.com::cfd02ffc-285a-4cce-82de-ccc89d3d7be5" providerId="AD" clId="Web-{F766FD4C-5048-CCBC-5B2C-2A0B2A7E2899}" dt="2025-12-17T15:46:36.337" v="9"/>
        <pc:sldMkLst>
          <pc:docMk/>
          <pc:sldMk cId="3538148096" sldId="2994"/>
        </pc:sldMkLst>
      </pc:sldChg>
      <pc:sldChg chg="del">
        <pc:chgData name="Emoke Bada" userId="S::emoke.bada@slidehub.com::cfd02ffc-285a-4cce-82de-ccc89d3d7be5" providerId="AD" clId="Web-{F766FD4C-5048-CCBC-5B2C-2A0B2A7E2899}" dt="2025-12-17T15:46:36.337" v="8"/>
        <pc:sldMkLst>
          <pc:docMk/>
          <pc:sldMk cId="3821116069" sldId="2995"/>
        </pc:sldMkLst>
      </pc:sldChg>
      <pc:sldChg chg="del">
        <pc:chgData name="Emoke Bada" userId="S::emoke.bada@slidehub.com::cfd02ffc-285a-4cce-82de-ccc89d3d7be5" providerId="AD" clId="Web-{F766FD4C-5048-CCBC-5B2C-2A0B2A7E2899}" dt="2025-12-17T15:46:36.337" v="7"/>
        <pc:sldMkLst>
          <pc:docMk/>
          <pc:sldMk cId="1076067159" sldId="2996"/>
        </pc:sldMkLst>
      </pc:sldChg>
      <pc:sldChg chg="del">
        <pc:chgData name="Emoke Bada" userId="S::emoke.bada@slidehub.com::cfd02ffc-285a-4cce-82de-ccc89d3d7be5" providerId="AD" clId="Web-{F766FD4C-5048-CCBC-5B2C-2A0B2A7E2899}" dt="2025-12-17T15:46:36.352" v="12"/>
        <pc:sldMkLst>
          <pc:docMk/>
          <pc:sldMk cId="927375168" sldId="2997"/>
        </pc:sldMkLst>
      </pc:sldChg>
    </pc:docChg>
  </pc:docChgLst>
  <pc:docChgLst>
    <pc:chgData name="Emoke Bada" userId="S::emoke.bada@slidehub.com::cfd02ffc-285a-4cce-82de-ccc89d3d7be5" providerId="AD" clId="Web-{E46C95FE-25A7-69CA-7BCA-53F41DF6957E}"/>
    <pc:docChg chg="delSld">
      <pc:chgData name="Emoke Bada" userId="S::emoke.bada@slidehub.com::cfd02ffc-285a-4cce-82de-ccc89d3d7be5" providerId="AD" clId="Web-{E46C95FE-25A7-69CA-7BCA-53F41DF6957E}" dt="2025-12-18T12:38:45.753" v="4"/>
      <pc:docMkLst>
        <pc:docMk/>
      </pc:docMkLst>
      <pc:sldChg chg="del">
        <pc:chgData name="Emoke Bada" userId="S::emoke.bada@slidehub.com::cfd02ffc-285a-4cce-82de-ccc89d3d7be5" providerId="AD" clId="Web-{E46C95FE-25A7-69CA-7BCA-53F41DF6957E}" dt="2025-12-18T12:38:42.377" v="1"/>
        <pc:sldMkLst>
          <pc:docMk/>
          <pc:sldMk cId="1577887114" sldId="265"/>
        </pc:sldMkLst>
      </pc:sldChg>
      <pc:sldChg chg="del">
        <pc:chgData name="Emoke Bada" userId="S::emoke.bada@slidehub.com::cfd02ffc-285a-4cce-82de-ccc89d3d7be5" providerId="AD" clId="Web-{E46C95FE-25A7-69CA-7BCA-53F41DF6957E}" dt="2025-12-18T12:38:42.252" v="0"/>
        <pc:sldMkLst>
          <pc:docMk/>
          <pc:sldMk cId="1868562927" sldId="266"/>
        </pc:sldMkLst>
      </pc:sldChg>
      <pc:sldChg chg="del">
        <pc:chgData name="Emoke Bada" userId="S::emoke.bada@slidehub.com::cfd02ffc-285a-4cce-82de-ccc89d3d7be5" providerId="AD" clId="Web-{E46C95FE-25A7-69CA-7BCA-53F41DF6957E}" dt="2025-12-18T12:38:45.753" v="4"/>
        <pc:sldMkLst>
          <pc:docMk/>
          <pc:sldMk cId="3243417021" sldId="268"/>
        </pc:sldMkLst>
      </pc:sldChg>
      <pc:sldChg chg="del">
        <pc:chgData name="Emoke Bada" userId="S::emoke.bada@slidehub.com::cfd02ffc-285a-4cce-82de-ccc89d3d7be5" providerId="AD" clId="Web-{E46C95FE-25A7-69CA-7BCA-53F41DF6957E}" dt="2025-12-18T12:38:45.643" v="3"/>
        <pc:sldMkLst>
          <pc:docMk/>
          <pc:sldMk cId="3936332779" sldId="269"/>
        </pc:sldMkLst>
      </pc:sldChg>
      <pc:sldChg chg="del">
        <pc:chgData name="Emoke Bada" userId="S::emoke.bada@slidehub.com::cfd02ffc-285a-4cce-82de-ccc89d3d7be5" providerId="AD" clId="Web-{E46C95FE-25A7-69CA-7BCA-53F41DF6957E}" dt="2025-12-18T12:38:45.565" v="2"/>
        <pc:sldMkLst>
          <pc:docMk/>
          <pc:sldMk cId="2483727802" sldId="270"/>
        </pc:sldMkLst>
      </pc:sldChg>
    </pc:docChg>
  </pc:docChgLst>
  <pc:docChgLst>
    <pc:chgData name="Emoke Bada" userId="S::emoke.bada@slidehub.com::cfd02ffc-285a-4cce-82de-ccc89d3d7be5" providerId="AD" clId="Web-{F27A5F9D-8F89-F0B5-6FF5-9A33F332939E}"/>
    <pc:docChg chg="delSld modSld">
      <pc:chgData name="Emoke Bada" userId="S::emoke.bada@slidehub.com::cfd02ffc-285a-4cce-82de-ccc89d3d7be5" providerId="AD" clId="Web-{F27A5F9D-8F89-F0B5-6FF5-9A33F332939E}" dt="2025-12-15T14:17:44.397" v="92" actId="20577"/>
      <pc:docMkLst>
        <pc:docMk/>
      </pc:docMkLst>
      <pc:sldChg chg="addSp">
        <pc:chgData name="Emoke Bada" userId="S::emoke.bada@slidehub.com::cfd02ffc-285a-4cce-82de-ccc89d3d7be5" providerId="AD" clId="Web-{F27A5F9D-8F89-F0B5-6FF5-9A33F332939E}" dt="2025-12-15T13:39:15.395" v="60"/>
        <pc:sldMkLst>
          <pc:docMk/>
          <pc:sldMk cId="2212777526" sldId="267"/>
        </pc:sldMkLst>
        <pc:spChg chg="add">
          <ac:chgData name="Emoke Bada" userId="S::emoke.bada@slidehub.com::cfd02ffc-285a-4cce-82de-ccc89d3d7be5" providerId="AD" clId="Web-{F27A5F9D-8F89-F0B5-6FF5-9A33F332939E}" dt="2025-12-15T13:39:15.395" v="60"/>
          <ac:spMkLst>
            <pc:docMk/>
            <pc:sldMk cId="2212777526" sldId="267"/>
            <ac:spMk id="31" creationId="{3578C745-4092-3DC8-E5CC-844B0273B6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A0B0F-AFDE-4A98-A58D-E8E99303B0C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A70C3-517B-4CCA-8FD6-CDCC8B6FD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01C4-281A-FB0C-C19D-7C479FFC1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9E74B-8ACF-6F0F-93F6-BBB6AA9EA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4AE0-53B0-7C1D-2B72-4443411A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23516-64AA-AD7B-D279-19301A24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3EC8-40B5-E5B2-903D-5CA3C6C9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99A7-4966-A658-4B95-26EB0CCF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4084-671B-98A3-D275-686D58DCA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46223-6FBA-2414-AB07-8BB14C73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1C9B-870A-64D4-3EC4-D52CA23D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1B0A5-70E0-181A-F7E9-AE822D39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9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2C3A-357F-34D9-F3E8-4F73CBAA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464E-C9E7-460B-8CCE-1EA88F0D1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5718F-EC85-11EA-1310-ECD30A7C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4934-4A0C-4AE7-5CF7-BD2366C0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63A8-6823-2512-3313-EC081AF4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5E30-A7E3-45FD-BBE6-D3654858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7B33-AF90-3CCC-DFE2-759ACA54F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1C697-D117-9EA8-23E2-5499D953B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AC4B5-5593-601F-B60A-FDFD8EF1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E3E82-43F5-5C46-95A2-CA3E7A69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DCDEB-ADD6-F108-1214-3973388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1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0C96-65DB-48E3-D18A-F8A584CD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F4B6-8BCF-FDB6-2ACB-727EAED5C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2458D-B124-7E28-6BC4-8DA6ADC4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ADC0C-DE42-8D9B-F62B-F9F55ADC8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C9451-B1D5-F305-E682-01418D355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D17CB-0A78-7423-89B8-B1045018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1C680-D3BD-D697-7533-F7371762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9802A-027A-A752-03F8-0210FA0B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2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9D3D-37E0-6DC8-B474-94B828B2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7A22E-4B30-D261-809A-B09CD56C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127A-290B-7235-26E8-A98641F3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8FE7A-80B9-B5F2-DD58-8C4F5B846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8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3E6DF-D2D7-264B-F1BF-7417EFBE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751F6-8B7B-F431-AC9C-426B7286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5E7CB-2D38-7BD4-3018-4341D185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3CDC-BD01-0A63-15EF-2C2312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07991-6869-7345-06C6-4B167A94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4854-7B45-A8D7-7A8B-6090091EE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45ACB-D1C9-4E53-8D60-611C143D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7D6F5-28AC-FFD0-BDAD-138264FD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4EA0-8FEE-7C86-166B-084E6F4F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4827-9B21-4F53-FC80-C961BA14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16FA5-62A2-D14A-A1AE-5FCE8D1DF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2708D-1E05-77DE-FD5C-CBBEB416D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36C06-9D24-EA27-D6A3-AD7C89CC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27155-C72E-A44E-F20A-97D3D692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B0A3E-950A-F59D-0026-25205E4D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2DB7-ABD7-F410-90FE-24B0A78F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32DC3-75A4-C59C-42A1-C1704D07F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915F-C4C0-95B7-7B85-41E95768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1E6EF-26BD-0A81-8A30-E7494102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0D100-6201-E140-9541-D1D9F7E5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2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4FAD1-7E29-1003-5CBC-2DC86DCC8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92E98-8A97-684E-2C97-CAFA1597A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EF3F-AF22-2863-B591-3F656DED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03F7-B613-FBD6-0B77-1FE661DE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EC2F-C451-4323-94BC-FCBC089B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8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PIRATION MUS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D7625CD-4BD3-476C-8CCB-A355E4470A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D7625CD-4BD3-476C-8CCB-A355E4470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7041539-0E90-4D5C-BCBC-070DE1EED00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3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7949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46C8D-EB10-ADD1-96A5-33C33D63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AB00E-F079-A8A0-EEB9-D445A06BC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D8B9-93D5-9D14-B135-BC8B63B3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6CA4-4FAF-8560-99F8-D1C79D915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3E28F-4EE7-AEC2-5FC1-6010370C8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1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8260FB0-9B0F-B6A1-A4F5-72EA2D899E0D}"/>
              </a:ext>
            </a:extLst>
          </p:cNvPr>
          <p:cNvGrpSpPr/>
          <p:nvPr/>
        </p:nvGrpSpPr>
        <p:grpSpPr>
          <a:xfrm>
            <a:off x="334963" y="1158875"/>
            <a:ext cx="11522075" cy="4899025"/>
            <a:chOff x="334963" y="1158875"/>
            <a:chExt cx="11522075" cy="48990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E6AC05-B0C5-DAC0-F5DC-827B8C3B4B5B}"/>
                </a:ext>
              </a:extLst>
            </p:cNvPr>
            <p:cNvGrpSpPr/>
            <p:nvPr/>
          </p:nvGrpSpPr>
          <p:grpSpPr>
            <a:xfrm>
              <a:off x="7680067" y="1824038"/>
              <a:ext cx="839464" cy="882092"/>
              <a:chOff x="7669213" y="1824038"/>
              <a:chExt cx="839464" cy="882092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A8F93B5-59EE-9506-1EE2-E786E9063858}"/>
                  </a:ext>
                </a:extLst>
              </p:cNvPr>
              <p:cNvSpPr/>
              <p:nvPr/>
            </p:nvSpPr>
            <p:spPr>
              <a:xfrm>
                <a:off x="7669213" y="1824038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9206B27-F8EE-D725-2132-D914B173ACCF}"/>
                  </a:ext>
                </a:extLst>
              </p:cNvPr>
              <p:cNvSpPr/>
              <p:nvPr/>
            </p:nvSpPr>
            <p:spPr>
              <a:xfrm>
                <a:off x="8047038" y="1824038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7541369-03B5-7C71-2405-AFFF631C4D73}"/>
                </a:ext>
              </a:extLst>
            </p:cNvPr>
            <p:cNvGrpSpPr/>
            <p:nvPr/>
          </p:nvGrpSpPr>
          <p:grpSpPr>
            <a:xfrm>
              <a:off x="7680067" y="3614738"/>
              <a:ext cx="839464" cy="884783"/>
              <a:chOff x="7669213" y="3614738"/>
              <a:chExt cx="839464" cy="884783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D79F004-821B-E8B5-C550-2B1E54014FBF}"/>
                  </a:ext>
                </a:extLst>
              </p:cNvPr>
              <p:cNvSpPr/>
              <p:nvPr/>
            </p:nvSpPr>
            <p:spPr>
              <a:xfrm>
                <a:off x="7669213" y="3614738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5710978-E2AA-CCCE-FACA-5B59E0375113}"/>
                  </a:ext>
                </a:extLst>
              </p:cNvPr>
              <p:cNvSpPr/>
              <p:nvPr/>
            </p:nvSpPr>
            <p:spPr>
              <a:xfrm>
                <a:off x="8047038" y="3617429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5C29211-426F-60AB-355E-AF445761BCF5}"/>
                </a:ext>
              </a:extLst>
            </p:cNvPr>
            <p:cNvGrpSpPr/>
            <p:nvPr/>
          </p:nvGrpSpPr>
          <p:grpSpPr>
            <a:xfrm>
              <a:off x="3672470" y="4496830"/>
              <a:ext cx="839464" cy="882092"/>
              <a:chOff x="3661616" y="4496830"/>
              <a:chExt cx="839464" cy="882092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A31818B-D6D3-CCA3-E612-F3CB563767C7}"/>
                  </a:ext>
                </a:extLst>
              </p:cNvPr>
              <p:cNvSpPr/>
              <p:nvPr/>
            </p:nvSpPr>
            <p:spPr>
              <a:xfrm flipH="1">
                <a:off x="3661616" y="4496830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6231252-D03B-94C0-FF91-F6C2086983EA}"/>
                  </a:ext>
                </a:extLst>
              </p:cNvPr>
              <p:cNvSpPr/>
              <p:nvPr/>
            </p:nvSpPr>
            <p:spPr>
              <a:xfrm flipH="1">
                <a:off x="4039441" y="4496830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7AE84F8-E666-1006-B789-D86AC1C16FDD}"/>
                </a:ext>
              </a:extLst>
            </p:cNvPr>
            <p:cNvGrpSpPr/>
            <p:nvPr/>
          </p:nvGrpSpPr>
          <p:grpSpPr>
            <a:xfrm>
              <a:off x="3672470" y="2706130"/>
              <a:ext cx="839464" cy="882092"/>
              <a:chOff x="3661616" y="2706130"/>
              <a:chExt cx="839464" cy="882092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CD50BB8-0A06-FC2E-4B3F-33ED262B1F3E}"/>
                  </a:ext>
                </a:extLst>
              </p:cNvPr>
              <p:cNvSpPr/>
              <p:nvPr/>
            </p:nvSpPr>
            <p:spPr>
              <a:xfrm flipH="1">
                <a:off x="3661616" y="2706130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35BF6C9-635F-6652-0036-8B59D87CCD2C}"/>
                  </a:ext>
                </a:extLst>
              </p:cNvPr>
              <p:cNvSpPr/>
              <p:nvPr/>
            </p:nvSpPr>
            <p:spPr>
              <a:xfrm flipH="1">
                <a:off x="4039441" y="2706130"/>
                <a:ext cx="461639" cy="882092"/>
              </a:xfrm>
              <a:custGeom>
                <a:avLst/>
                <a:gdLst>
                  <a:gd name="connsiteX0" fmla="*/ 58341 w 461639"/>
                  <a:gd name="connsiteY0" fmla="*/ 0 h 882092"/>
                  <a:gd name="connsiteX1" fmla="*/ 99595 w 461639"/>
                  <a:gd name="connsiteY1" fmla="*/ 17088 h 882092"/>
                  <a:gd name="connsiteX2" fmla="*/ 105786 w 461639"/>
                  <a:gd name="connsiteY2" fmla="*/ 26271 h 882092"/>
                  <a:gd name="connsiteX3" fmla="*/ 461639 w 461639"/>
                  <a:gd name="connsiteY3" fmla="*/ 439693 h 882092"/>
                  <a:gd name="connsiteX4" fmla="*/ 459282 w 461639"/>
                  <a:gd name="connsiteY4" fmla="*/ 441722 h 882092"/>
                  <a:gd name="connsiteX5" fmla="*/ 461639 w 461639"/>
                  <a:gd name="connsiteY5" fmla="*/ 443751 h 882092"/>
                  <a:gd name="connsiteX6" fmla="*/ 112563 w 461639"/>
                  <a:gd name="connsiteY6" fmla="*/ 849301 h 882092"/>
                  <a:gd name="connsiteX7" fmla="*/ 101976 w 461639"/>
                  <a:gd name="connsiteY7" fmla="*/ 865005 h 882092"/>
                  <a:gd name="connsiteX8" fmla="*/ 60722 w 461639"/>
                  <a:gd name="connsiteY8" fmla="*/ 882092 h 882092"/>
                  <a:gd name="connsiteX9" fmla="*/ 2381 w 461639"/>
                  <a:gd name="connsiteY9" fmla="*/ 823751 h 882092"/>
                  <a:gd name="connsiteX10" fmla="*/ 19469 w 461639"/>
                  <a:gd name="connsiteY10" fmla="*/ 782498 h 882092"/>
                  <a:gd name="connsiteX11" fmla="*/ 24017 w 461639"/>
                  <a:gd name="connsiteY11" fmla="*/ 780614 h 882092"/>
                  <a:gd name="connsiteX12" fmla="*/ 315717 w 461639"/>
                  <a:gd name="connsiteY12" fmla="*/ 441722 h 882092"/>
                  <a:gd name="connsiteX13" fmla="*/ 23526 w 461639"/>
                  <a:gd name="connsiteY13" fmla="*/ 102261 h 882092"/>
                  <a:gd name="connsiteX14" fmla="*/ 17088 w 461639"/>
                  <a:gd name="connsiteY14" fmla="*/ 99594 h 882092"/>
                  <a:gd name="connsiteX15" fmla="*/ 0 w 461639"/>
                  <a:gd name="connsiteY15" fmla="*/ 58341 h 882092"/>
                  <a:gd name="connsiteX16" fmla="*/ 58341 w 461639"/>
                  <a:gd name="connsiteY16" fmla="*/ 0 h 88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1639" h="882091">
                    <a:moveTo>
                      <a:pt x="58341" y="0"/>
                    </a:moveTo>
                    <a:cubicBezTo>
                      <a:pt x="74452" y="0"/>
                      <a:pt x="89037" y="6530"/>
                      <a:pt x="99595" y="17088"/>
                    </a:cubicBezTo>
                    <a:lnTo>
                      <a:pt x="105786" y="26271"/>
                    </a:lnTo>
                    <a:lnTo>
                      <a:pt x="461639" y="439693"/>
                    </a:lnTo>
                    <a:lnTo>
                      <a:pt x="459282" y="441722"/>
                    </a:lnTo>
                    <a:lnTo>
                      <a:pt x="461639" y="443751"/>
                    </a:lnTo>
                    <a:lnTo>
                      <a:pt x="112563" y="849301"/>
                    </a:lnTo>
                    <a:lnTo>
                      <a:pt x="101976" y="865005"/>
                    </a:lnTo>
                    <a:cubicBezTo>
                      <a:pt x="91418" y="875562"/>
                      <a:pt x="76833" y="882092"/>
                      <a:pt x="60722" y="882092"/>
                    </a:cubicBezTo>
                    <a:cubicBezTo>
                      <a:pt x="28501" y="882092"/>
                      <a:pt x="2381" y="855972"/>
                      <a:pt x="2381" y="823751"/>
                    </a:cubicBezTo>
                    <a:cubicBezTo>
                      <a:pt x="2381" y="807641"/>
                      <a:pt x="8911" y="793055"/>
                      <a:pt x="19469" y="782498"/>
                    </a:cubicBezTo>
                    <a:lnTo>
                      <a:pt x="24017" y="780614"/>
                    </a:lnTo>
                    <a:lnTo>
                      <a:pt x="315717" y="441722"/>
                    </a:lnTo>
                    <a:lnTo>
                      <a:pt x="23526" y="102261"/>
                    </a:lnTo>
                    <a:lnTo>
                      <a:pt x="17088" y="99594"/>
                    </a:lnTo>
                    <a:cubicBezTo>
                      <a:pt x="6530" y="89037"/>
                      <a:pt x="0" y="7445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12F56C4-AC42-C8CC-141B-D17EC7D3CE84}"/>
                </a:ext>
              </a:extLst>
            </p:cNvPr>
            <p:cNvGrpSpPr/>
            <p:nvPr/>
          </p:nvGrpSpPr>
          <p:grpSpPr>
            <a:xfrm>
              <a:off x="4780793" y="1158875"/>
              <a:ext cx="2630415" cy="4899025"/>
              <a:chOff x="4763331" y="1158875"/>
              <a:chExt cx="2630415" cy="489902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58B21EC-5BC3-5C29-B5A9-7F1095E15D90}"/>
                  </a:ext>
                </a:extLst>
              </p:cNvPr>
              <p:cNvSpPr/>
              <p:nvPr/>
            </p:nvSpPr>
            <p:spPr>
              <a:xfrm>
                <a:off x="4922838" y="1824037"/>
                <a:ext cx="2311401" cy="89034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B15E61-FDBE-8152-F29A-AED217F45B95}"/>
                  </a:ext>
                </a:extLst>
              </p:cNvPr>
              <p:cNvSpPr/>
              <p:nvPr/>
            </p:nvSpPr>
            <p:spPr>
              <a:xfrm>
                <a:off x="4922838" y="2712880"/>
                <a:ext cx="2311401" cy="89034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5003BC-A673-FECB-2110-EFD20A91ED70}"/>
                  </a:ext>
                </a:extLst>
              </p:cNvPr>
              <p:cNvSpPr/>
              <p:nvPr/>
            </p:nvSpPr>
            <p:spPr>
              <a:xfrm>
                <a:off x="4922838" y="3596353"/>
                <a:ext cx="2311401" cy="89034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E410F7C0-DBCF-B308-DA7D-A19FE67C00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557680" y="1972848"/>
                <a:ext cx="599221" cy="584472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1EED14F-2472-85C5-2955-5DC88C925754}"/>
                  </a:ext>
                </a:extLst>
              </p:cNvPr>
              <p:cNvSpPr/>
              <p:nvPr/>
            </p:nvSpPr>
            <p:spPr>
              <a:xfrm>
                <a:off x="4922838" y="4485196"/>
                <a:ext cx="2311401" cy="89034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ADABDF5-25D2-465B-14D3-FC14F2169270}"/>
                  </a:ext>
                </a:extLst>
              </p:cNvPr>
              <p:cNvSpPr/>
              <p:nvPr/>
            </p:nvSpPr>
            <p:spPr>
              <a:xfrm>
                <a:off x="4763331" y="1158875"/>
                <a:ext cx="2630415" cy="4899025"/>
              </a:xfrm>
              <a:custGeom>
                <a:avLst/>
                <a:gdLst>
                  <a:gd name="connsiteX0" fmla="*/ 159507 w 2630415"/>
                  <a:gd name="connsiteY0" fmla="*/ 665162 h 4899025"/>
                  <a:gd name="connsiteX1" fmla="*/ 159507 w 2630415"/>
                  <a:gd name="connsiteY1" fmla="*/ 4216663 h 4899025"/>
                  <a:gd name="connsiteX2" fmla="*/ 2470908 w 2630415"/>
                  <a:gd name="connsiteY2" fmla="*/ 4216663 h 4899025"/>
                  <a:gd name="connsiteX3" fmla="*/ 2470908 w 2630415"/>
                  <a:gd name="connsiteY3" fmla="*/ 665162 h 4899025"/>
                  <a:gd name="connsiteX4" fmla="*/ 332432 w 2630415"/>
                  <a:gd name="connsiteY4" fmla="*/ 0 h 4899025"/>
                  <a:gd name="connsiteX5" fmla="*/ 2297983 w 2630415"/>
                  <a:gd name="connsiteY5" fmla="*/ 0 h 4899025"/>
                  <a:gd name="connsiteX6" fmla="*/ 2630415 w 2630415"/>
                  <a:gd name="connsiteY6" fmla="*/ 332432 h 4899025"/>
                  <a:gd name="connsiteX7" fmla="*/ 2630415 w 2630415"/>
                  <a:gd name="connsiteY7" fmla="*/ 4566593 h 4899025"/>
                  <a:gd name="connsiteX8" fmla="*/ 2297983 w 2630415"/>
                  <a:gd name="connsiteY8" fmla="*/ 4899025 h 4899025"/>
                  <a:gd name="connsiteX9" fmla="*/ 332432 w 2630415"/>
                  <a:gd name="connsiteY9" fmla="*/ 4899025 h 4899025"/>
                  <a:gd name="connsiteX10" fmla="*/ 0 w 2630415"/>
                  <a:gd name="connsiteY10" fmla="*/ 4566593 h 4899025"/>
                  <a:gd name="connsiteX11" fmla="*/ 0 w 2630415"/>
                  <a:gd name="connsiteY11" fmla="*/ 332432 h 4899025"/>
                  <a:gd name="connsiteX12" fmla="*/ 332432 w 2630415"/>
                  <a:gd name="connsiteY12" fmla="*/ 0 h 4899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30415" h="4899025">
                    <a:moveTo>
                      <a:pt x="159507" y="665162"/>
                    </a:moveTo>
                    <a:lnTo>
                      <a:pt x="159507" y="4216663"/>
                    </a:lnTo>
                    <a:lnTo>
                      <a:pt x="2470908" y="4216663"/>
                    </a:lnTo>
                    <a:lnTo>
                      <a:pt x="2470908" y="665162"/>
                    </a:lnTo>
                    <a:close/>
                    <a:moveTo>
                      <a:pt x="332432" y="0"/>
                    </a:moveTo>
                    <a:lnTo>
                      <a:pt x="2297983" y="0"/>
                    </a:lnTo>
                    <a:cubicBezTo>
                      <a:pt x="2481580" y="0"/>
                      <a:pt x="2630415" y="148835"/>
                      <a:pt x="2630415" y="332432"/>
                    </a:cubicBezTo>
                    <a:lnTo>
                      <a:pt x="2630415" y="4566593"/>
                    </a:lnTo>
                    <a:cubicBezTo>
                      <a:pt x="2630415" y="4750190"/>
                      <a:pt x="2481580" y="4899025"/>
                      <a:pt x="2297983" y="4899025"/>
                    </a:cubicBezTo>
                    <a:lnTo>
                      <a:pt x="332432" y="4899025"/>
                    </a:lnTo>
                    <a:cubicBezTo>
                      <a:pt x="148835" y="4899025"/>
                      <a:pt x="0" y="4750190"/>
                      <a:pt x="0" y="4566593"/>
                    </a:cubicBezTo>
                    <a:lnTo>
                      <a:pt x="0" y="332432"/>
                    </a:lnTo>
                    <a:cubicBezTo>
                      <a:pt x="0" y="148835"/>
                      <a:pt x="148835" y="0"/>
                      <a:pt x="332432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85A3006-7DBB-BEE3-22EE-3AFD76F61154}"/>
                  </a:ext>
                </a:extLst>
              </p:cNvPr>
              <p:cNvSpPr/>
              <p:nvPr/>
            </p:nvSpPr>
            <p:spPr>
              <a:xfrm>
                <a:off x="5880107" y="5500694"/>
                <a:ext cx="396862" cy="3968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28D80244-D301-DD17-624B-557D48C22C54}"/>
                  </a:ext>
                </a:extLst>
              </p:cNvPr>
              <p:cNvSpPr/>
              <p:nvPr/>
            </p:nvSpPr>
            <p:spPr>
              <a:xfrm>
                <a:off x="5761032" y="1482461"/>
                <a:ext cx="635012" cy="8249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endParaRPr lang="en-GB"/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6421B653-D255-B564-A9A2-398E8D6BA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29711" y="4645640"/>
                <a:ext cx="599221" cy="584472"/>
              </a:xfrm>
              <a:prstGeom prst="rect">
                <a:avLst/>
              </a:prstGeom>
            </p:spPr>
          </p:pic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15893B22-FAE3-3ACD-3E37-96BD6F1455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29711" y="2854940"/>
                <a:ext cx="599221" cy="584472"/>
              </a:xfrm>
              <a:prstGeom prst="rect">
                <a:avLst/>
              </a:pr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876D8C03-67C8-73DB-CDD4-8AA519218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557680" y="3763548"/>
                <a:ext cx="599221" cy="584472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5DB00F-016A-B6C1-5C98-8967F0517DA4}"/>
                </a:ext>
              </a:extLst>
            </p:cNvPr>
            <p:cNvSpPr txBox="1"/>
            <p:nvPr/>
          </p:nvSpPr>
          <p:spPr>
            <a:xfrm>
              <a:off x="8681838" y="1834198"/>
              <a:ext cx="3175200" cy="861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sz="1400" b="1"/>
                <a:t>Not confirming understanding</a:t>
              </a:r>
              <a:r>
                <a:rPr lang="en-US" sz="1400"/>
                <a:t> </a:t>
              </a:r>
            </a:p>
            <a:p>
              <a:r>
                <a:rPr lang="en-US" sz="1400"/>
                <a:t>Failing to check that stakeholders, clients, or employees fully grasp the message.</a:t>
              </a:r>
              <a:endParaRPr lang="en-GB" sz="1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8AE104-4F76-4EA8-1AFB-A97AA60703C0}"/>
                </a:ext>
              </a:extLst>
            </p:cNvPr>
            <p:cNvSpPr txBox="1"/>
            <p:nvPr/>
          </p:nvSpPr>
          <p:spPr>
            <a:xfrm>
              <a:off x="8681838" y="3626243"/>
              <a:ext cx="3175200" cy="861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sz="1400" b="1"/>
                <a:t>Neglecting feedback channels</a:t>
              </a:r>
            </a:p>
            <a:p>
              <a:r>
                <a:rPr lang="en-US" sz="1400"/>
                <a:t>Communicating one-way without encouraging questions, input, or clarification.</a:t>
              </a:r>
              <a:endParaRPr lang="en-GB" sz="14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CA1E65A-FC2B-C228-A59A-62B49286DF46}"/>
                </a:ext>
              </a:extLst>
            </p:cNvPr>
            <p:cNvSpPr txBox="1"/>
            <p:nvPr/>
          </p:nvSpPr>
          <p:spPr>
            <a:xfrm>
              <a:off x="334963" y="2716290"/>
              <a:ext cx="3176011" cy="861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en-US" sz="1400" b="1"/>
                <a:t>Unclear messaging</a:t>
              </a:r>
              <a:r>
                <a:rPr lang="en-US" sz="1400"/>
                <a:t> </a:t>
              </a:r>
            </a:p>
            <a:p>
              <a:pPr algn="r"/>
              <a:r>
                <a:rPr lang="en-US" sz="1400"/>
                <a:t>Sharing updates or instructions without enough detail, leaving room for misinterpretation.</a:t>
              </a:r>
              <a:endParaRPr lang="en-GB" sz="14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E1F46D-E38F-D3E0-FD3E-D8B0F5E1DB72}"/>
                </a:ext>
              </a:extLst>
            </p:cNvPr>
            <p:cNvSpPr txBox="1"/>
            <p:nvPr/>
          </p:nvSpPr>
          <p:spPr>
            <a:xfrm>
              <a:off x="334963" y="4506990"/>
              <a:ext cx="3176011" cy="86177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r>
                <a:rPr lang="en-US" sz="1400" b="1"/>
                <a:t>Information overload</a:t>
              </a:r>
              <a:r>
                <a:rPr lang="en-US" sz="1400"/>
                <a:t> </a:t>
              </a:r>
            </a:p>
            <a:p>
              <a:pPr algn="r"/>
              <a:r>
                <a:rPr lang="en-US" sz="1400"/>
                <a:t>Bombarding teams with too much data at once, causing important points to be missed.</a:t>
              </a:r>
              <a:endParaRPr lang="en-GB" sz="1400"/>
            </a:p>
          </p:txBody>
        </p:sp>
      </p:grpSp>
      <p:sp>
        <p:nvSpPr>
          <p:cNvPr id="33" name="1 Shape Nam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Common Communication Pitfalls</a:t>
            </a: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78C745-4092-3DC8-E5CC-844B0273B6DA}"/>
              </a:ext>
            </a:extLst>
          </p:cNvPr>
          <p:cNvSpPr/>
          <p:nvPr/>
        </p:nvSpPr>
        <p:spPr>
          <a:xfrm>
            <a:off x="7943850" y="-46235"/>
            <a:ext cx="4248150" cy="158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Instructions: 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Add icons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Follow client's style and guidelines </a:t>
            </a:r>
            <a:endParaRPr lang="en-US" sz="1400" b="1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If you cannot meet any guideline rules or in case of any other issues leave yellow sticker (like this one) with information for the admin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277752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ZEjfHTTRW7Eq1_LyZbr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569739539412359152183361765230527558740990161499272987796846"/>
  <p:tag name="SLIDEHUBUPDATETIME" val="2023-03-10 21:26:46.6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44B4AB-E803-4223-A28E-9A7B93DEDDB0}">
  <we:reference id="512bb70a-1733-11ee-be56-0242ac120002" version="1.0.0.1" store="EXCatalog" storeType="EXCatalog"/>
  <we:alternateReferences>
    <we:reference id="WA2000057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9ED4FCBFFE2141BEF8D275EC8A6B1F" ma:contentTypeVersion="19" ma:contentTypeDescription="Create a new document." ma:contentTypeScope="" ma:versionID="fa76caa31a7632e58037de4d34d151a2">
  <xsd:schema xmlns:xsd="http://www.w3.org/2001/XMLSchema" xmlns:xs="http://www.w3.org/2001/XMLSchema" xmlns:p="http://schemas.microsoft.com/office/2006/metadata/properties" xmlns:ns2="76bd1358-98cb-4bc6-9b1c-3f3d760f5768" xmlns:ns3="7da3498b-f732-4cff-b8b6-6fbc0cd175e9" targetNamespace="http://schemas.microsoft.com/office/2006/metadata/properties" ma:root="true" ma:fieldsID="b2ba7a21ca39d606f806af21fd604294" ns2:_="" ns3:_="">
    <xsd:import namespace="76bd1358-98cb-4bc6-9b1c-3f3d760f5768"/>
    <xsd:import namespace="7da3498b-f732-4cff-b8b6-6fbc0cd175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d1358-98cb-4bc6-9b1c-3f3d760f57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bfc3e47-5c9b-4ad3-a4da-a73677d913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3498b-f732-4cff-b8b6-6fbc0cd175e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e2fe5b0-8d40-4a7d-9855-7a5ceba9e207}" ma:internalName="TaxCatchAll" ma:showField="CatchAllData" ma:web="7da3498b-f732-4cff-b8b6-6fbc0cd175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6bd1358-98cb-4bc6-9b1c-3f3d760f5768" xsi:nil="true"/>
    <lcf76f155ced4ddcb4097134ff3c332f xmlns="76bd1358-98cb-4bc6-9b1c-3f3d760f5768">
      <Terms xmlns="http://schemas.microsoft.com/office/infopath/2007/PartnerControls"/>
    </lcf76f155ced4ddcb4097134ff3c332f>
    <TaxCatchAll xmlns="7da3498b-f732-4cff-b8b6-6fbc0cd175e9" xsi:nil="true"/>
  </documentManagement>
</p:properties>
</file>

<file path=customXml/itemProps1.xml><?xml version="1.0" encoding="utf-8"?>
<ds:datastoreItem xmlns:ds="http://schemas.openxmlformats.org/officeDocument/2006/customXml" ds:itemID="{78876C50-592F-4D33-97A1-CC5140C92B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E84DDE-2B9A-43D5-B06A-49B9614D73A3}">
  <ds:schemaRefs>
    <ds:schemaRef ds:uri="76bd1358-98cb-4bc6-9b1c-3f3d760f5768"/>
    <ds:schemaRef ds:uri="7da3498b-f732-4cff-b8b6-6fbc0cd175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7092F8-48DA-43B1-A923-61B2BCA36EC2}">
  <ds:schemaRefs>
    <ds:schemaRef ds:uri="76bd1358-98cb-4bc6-9b1c-3f3d760f5768"/>
    <ds:schemaRef ds:uri="7da3498b-f732-4cff-b8b6-6fbc0cd175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Common Communication Pitfalls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Emoke Bada</dc:creator>
  <cp:revision>7</cp:revision>
  <dcterms:created xsi:type="dcterms:W3CDTF">2025-08-26T13:29:49Z</dcterms:created>
  <dcterms:modified xsi:type="dcterms:W3CDTF">2025-12-18T12:38:52Z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0x010100AB9ED4FCBFFE2141BEF8D275EC8A6B1F</vt:lpwstr>
  </property>
  <property fmtid="{D5CDD505-2E9C-101B-9397-08002B2CF9AE}" pid="3" name="MediaServiceImageTags">
    <vt:lpwstr/>
  </property>
</Properties>
</file>
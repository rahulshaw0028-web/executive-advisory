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9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55B6C-8001-7BFE-08F9-8EFC14DE6260}" v="5" dt="2025-12-18T11:59:36.074"/>
    <p1510:client id="{47286AA3-8EA5-433B-AF13-43B1A268A842}" v="312" dt="2025-12-16T13:33:01.262"/>
    <p1510:client id="{A9551D1E-3A51-09B6-2121-7DDC2AA26687}" v="22" dt="2025-12-17T15:46:07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oke Bada" userId="cfd02ffc-285a-4cce-82de-ccc89d3d7be5" providerId="ADAL" clId="{463274BF-6F6A-4DAF-93F0-34C61D4C925E}"/>
    <pc:docChg chg="undo custSel modSld">
      <pc:chgData name="Emoke Bada" userId="cfd02ffc-285a-4cce-82de-ccc89d3d7be5" providerId="ADAL" clId="{463274BF-6F6A-4DAF-93F0-34C61D4C925E}" dt="2025-12-16T13:33:01.262" v="417" actId="20577"/>
      <pc:docMkLst>
        <pc:docMk/>
      </pc:docMkLst>
    </pc:docChg>
  </pc:docChgLst>
  <pc:docChgLst>
    <pc:chgData clId="Web-{A9551D1E-3A51-09B6-2121-7DDC2AA26687}"/>
    <pc:docChg chg="delSld">
      <pc:chgData name="" userId="" providerId="" clId="Web-{A9551D1E-3A51-09B6-2121-7DDC2AA26687}" dt="2025-12-17T15:46:06.208" v="20"/>
      <pc:docMkLst>
        <pc:docMk/>
      </pc:docMkLst>
      <pc:sldChg chg="del">
        <pc:chgData name="" userId="" providerId="" clId="Web-{A9551D1E-3A51-09B6-2121-7DDC2AA26687}" dt="2025-12-17T15:46:06.208" v="20"/>
        <pc:sldMkLst>
          <pc:docMk/>
          <pc:sldMk cId="2357201885" sldId="259"/>
        </pc:sldMkLst>
      </pc:sldChg>
      <pc:sldChg chg="del">
        <pc:chgData name="" userId="" providerId="" clId="Web-{A9551D1E-3A51-09B6-2121-7DDC2AA26687}" dt="2025-12-17T15:46:05.551" v="6"/>
        <pc:sldMkLst>
          <pc:docMk/>
          <pc:sldMk cId="4263948712" sldId="260"/>
        </pc:sldMkLst>
      </pc:sldChg>
      <pc:sldChg chg="del">
        <pc:chgData name="" userId="" providerId="" clId="Web-{A9551D1E-3A51-09B6-2121-7DDC2AA26687}" dt="2025-12-17T15:46:06.192" v="13"/>
        <pc:sldMkLst>
          <pc:docMk/>
          <pc:sldMk cId="901947758" sldId="261"/>
        </pc:sldMkLst>
      </pc:sldChg>
      <pc:sldChg chg="del">
        <pc:chgData name="" userId="" providerId="" clId="Web-{A9551D1E-3A51-09B6-2121-7DDC2AA26687}" dt="2025-12-17T15:46:06.192" v="12"/>
        <pc:sldMkLst>
          <pc:docMk/>
          <pc:sldMk cId="1577887114" sldId="265"/>
        </pc:sldMkLst>
      </pc:sldChg>
      <pc:sldChg chg="del">
        <pc:chgData name="" userId="" providerId="" clId="Web-{A9551D1E-3A51-09B6-2121-7DDC2AA26687}" dt="2025-12-17T15:46:06.067" v="11"/>
        <pc:sldMkLst>
          <pc:docMk/>
          <pc:sldMk cId="1868562927" sldId="266"/>
        </pc:sldMkLst>
      </pc:sldChg>
      <pc:sldChg chg="del">
        <pc:chgData name="" userId="" providerId="" clId="Web-{A9551D1E-3A51-09B6-2121-7DDC2AA26687}" dt="2025-12-17T15:46:05.973" v="10"/>
        <pc:sldMkLst>
          <pc:docMk/>
          <pc:sldMk cId="2212777526" sldId="267"/>
        </pc:sldMkLst>
      </pc:sldChg>
      <pc:sldChg chg="del">
        <pc:chgData name="" userId="" providerId="" clId="Web-{A9551D1E-3A51-09B6-2121-7DDC2AA26687}" dt="2025-12-17T15:46:05.895" v="9"/>
        <pc:sldMkLst>
          <pc:docMk/>
          <pc:sldMk cId="3243417021" sldId="268"/>
        </pc:sldMkLst>
      </pc:sldChg>
      <pc:sldChg chg="del">
        <pc:chgData name="" userId="" providerId="" clId="Web-{A9551D1E-3A51-09B6-2121-7DDC2AA26687}" dt="2025-12-17T15:46:05.770" v="8"/>
        <pc:sldMkLst>
          <pc:docMk/>
          <pc:sldMk cId="3936332779" sldId="269"/>
        </pc:sldMkLst>
      </pc:sldChg>
      <pc:sldChg chg="del">
        <pc:chgData name="" userId="" providerId="" clId="Web-{A9551D1E-3A51-09B6-2121-7DDC2AA26687}" dt="2025-12-17T15:46:05.645" v="7"/>
        <pc:sldMkLst>
          <pc:docMk/>
          <pc:sldMk cId="2483727802" sldId="270"/>
        </pc:sldMkLst>
      </pc:sldChg>
      <pc:sldChg chg="del">
        <pc:chgData name="" userId="" providerId="" clId="Web-{A9551D1E-3A51-09B6-2121-7DDC2AA26687}" dt="2025-12-17T15:46:05.426" v="1"/>
        <pc:sldMkLst>
          <pc:docMk/>
          <pc:sldMk cId="4251574507" sldId="273"/>
        </pc:sldMkLst>
      </pc:sldChg>
      <pc:sldChg chg="del">
        <pc:chgData name="" userId="" providerId="" clId="Web-{A9551D1E-3A51-09B6-2121-7DDC2AA26687}" dt="2025-12-17T15:46:05.457" v="2"/>
        <pc:sldMkLst>
          <pc:docMk/>
          <pc:sldMk cId="3219893365" sldId="274"/>
        </pc:sldMkLst>
      </pc:sldChg>
      <pc:sldChg chg="del">
        <pc:chgData name="" userId="" providerId="" clId="Web-{A9551D1E-3A51-09B6-2121-7DDC2AA26687}" dt="2025-12-17T15:46:05.520" v="4"/>
        <pc:sldMkLst>
          <pc:docMk/>
          <pc:sldMk cId="303590641" sldId="2979"/>
        </pc:sldMkLst>
      </pc:sldChg>
      <pc:sldChg chg="del">
        <pc:chgData name="" userId="" providerId="" clId="Web-{A9551D1E-3A51-09B6-2121-7DDC2AA26687}" dt="2025-12-17T15:46:05.536" v="5"/>
        <pc:sldMkLst>
          <pc:docMk/>
          <pc:sldMk cId="926272968" sldId="2980"/>
        </pc:sldMkLst>
      </pc:sldChg>
      <pc:sldChg chg="del">
        <pc:chgData name="" userId="" providerId="" clId="Web-{A9551D1E-3A51-09B6-2121-7DDC2AA26687}" dt="2025-12-17T15:46:05.473" v="3"/>
        <pc:sldMkLst>
          <pc:docMk/>
          <pc:sldMk cId="3125420346" sldId="2981"/>
        </pc:sldMkLst>
      </pc:sldChg>
      <pc:sldChg chg="del">
        <pc:chgData name="" userId="" providerId="" clId="Web-{A9551D1E-3A51-09B6-2121-7DDC2AA26687}" dt="2025-12-17T15:46:05.426" v="0"/>
        <pc:sldMkLst>
          <pc:docMk/>
          <pc:sldMk cId="3368568977" sldId="2982"/>
        </pc:sldMkLst>
      </pc:sldChg>
      <pc:sldChg chg="del">
        <pc:chgData name="" userId="" providerId="" clId="Web-{A9551D1E-3A51-09B6-2121-7DDC2AA26687}" dt="2025-12-17T15:46:06.208" v="19"/>
        <pc:sldMkLst>
          <pc:docMk/>
          <pc:sldMk cId="441387163" sldId="2986"/>
        </pc:sldMkLst>
      </pc:sldChg>
      <pc:sldChg chg="del">
        <pc:chgData name="" userId="" providerId="" clId="Web-{A9551D1E-3A51-09B6-2121-7DDC2AA26687}" dt="2025-12-17T15:46:06.208" v="18"/>
        <pc:sldMkLst>
          <pc:docMk/>
          <pc:sldMk cId="1005775862" sldId="2987"/>
        </pc:sldMkLst>
      </pc:sldChg>
      <pc:sldChg chg="del">
        <pc:chgData name="" userId="" providerId="" clId="Web-{A9551D1E-3A51-09B6-2121-7DDC2AA26687}" dt="2025-12-17T15:46:06.208" v="17"/>
        <pc:sldMkLst>
          <pc:docMk/>
          <pc:sldMk cId="1525736074" sldId="2988"/>
        </pc:sldMkLst>
      </pc:sldChg>
      <pc:sldChg chg="del">
        <pc:chgData name="" userId="" providerId="" clId="Web-{A9551D1E-3A51-09B6-2121-7DDC2AA26687}" dt="2025-12-17T15:46:06.208" v="16"/>
        <pc:sldMkLst>
          <pc:docMk/>
          <pc:sldMk cId="1333682571" sldId="2989"/>
        </pc:sldMkLst>
      </pc:sldChg>
      <pc:sldChg chg="del">
        <pc:chgData name="" userId="" providerId="" clId="Web-{A9551D1E-3A51-09B6-2121-7DDC2AA26687}" dt="2025-12-17T15:46:06.192" v="15"/>
        <pc:sldMkLst>
          <pc:docMk/>
          <pc:sldMk cId="105427016" sldId="2990"/>
        </pc:sldMkLst>
      </pc:sldChg>
      <pc:sldChg chg="del">
        <pc:chgData name="" userId="" providerId="" clId="Web-{A9551D1E-3A51-09B6-2121-7DDC2AA26687}" dt="2025-12-17T15:46:06.192" v="14"/>
        <pc:sldMkLst>
          <pc:docMk/>
          <pc:sldMk cId="4172015291" sldId="2991"/>
        </pc:sldMkLst>
      </pc:sldChg>
    </pc:docChg>
  </pc:docChgLst>
  <pc:docChgLst>
    <pc:chgData name="Emoke Bada" userId="S::emoke.bada@slidehub.com::cfd02ffc-285a-4cce-82de-ccc89d3d7be5" providerId="AD" clId="Web-{1C755B6C-8001-7BFE-08F9-8EFC14DE6260}"/>
    <pc:docChg chg="delSld">
      <pc:chgData name="Emoke Bada" userId="S::emoke.bada@slidehub.com::cfd02ffc-285a-4cce-82de-ccc89d3d7be5" providerId="AD" clId="Web-{1C755B6C-8001-7BFE-08F9-8EFC14DE6260}" dt="2025-12-18T11:59:36.074" v="4"/>
      <pc:docMkLst>
        <pc:docMk/>
      </pc:docMkLst>
      <pc:sldChg chg="del">
        <pc:chgData name="Emoke Bada" userId="S::emoke.bada@slidehub.com::cfd02ffc-285a-4cce-82de-ccc89d3d7be5" providerId="AD" clId="Web-{1C755B6C-8001-7BFE-08F9-8EFC14DE6260}" dt="2025-12-18T11:59:36.074" v="4"/>
        <pc:sldMkLst>
          <pc:docMk/>
          <pc:sldMk cId="1694085564" sldId="257"/>
        </pc:sldMkLst>
      </pc:sldChg>
      <pc:sldChg chg="del">
        <pc:chgData name="Emoke Bada" userId="S::emoke.bada@slidehub.com::cfd02ffc-285a-4cce-82de-ccc89d3d7be5" providerId="AD" clId="Web-{1C755B6C-8001-7BFE-08F9-8EFC14DE6260}" dt="2025-12-18T11:59:36.074" v="3"/>
        <pc:sldMkLst>
          <pc:docMk/>
          <pc:sldMk cId="2054461102" sldId="2993"/>
        </pc:sldMkLst>
      </pc:sldChg>
      <pc:sldChg chg="del">
        <pc:chgData name="Emoke Bada" userId="S::emoke.bada@slidehub.com::cfd02ffc-285a-4cce-82de-ccc89d3d7be5" providerId="AD" clId="Web-{1C755B6C-8001-7BFE-08F9-8EFC14DE6260}" dt="2025-12-18T11:59:36.059" v="2"/>
        <pc:sldMkLst>
          <pc:docMk/>
          <pc:sldMk cId="3538148096" sldId="2994"/>
        </pc:sldMkLst>
      </pc:sldChg>
      <pc:sldChg chg="del">
        <pc:chgData name="Emoke Bada" userId="S::emoke.bada@slidehub.com::cfd02ffc-285a-4cce-82de-ccc89d3d7be5" providerId="AD" clId="Web-{1C755B6C-8001-7BFE-08F9-8EFC14DE6260}" dt="2025-12-18T11:59:36.059" v="1"/>
        <pc:sldMkLst>
          <pc:docMk/>
          <pc:sldMk cId="3821116069" sldId="2995"/>
        </pc:sldMkLst>
      </pc:sldChg>
      <pc:sldChg chg="del">
        <pc:chgData name="Emoke Bada" userId="S::emoke.bada@slidehub.com::cfd02ffc-285a-4cce-82de-ccc89d3d7be5" providerId="AD" clId="Web-{1C755B6C-8001-7BFE-08F9-8EFC14DE6260}" dt="2025-12-18T11:59:36.059" v="0"/>
        <pc:sldMkLst>
          <pc:docMk/>
          <pc:sldMk cId="1076067159" sldId="2996"/>
        </pc:sldMkLst>
      </pc:sldChg>
    </pc:docChg>
  </pc:docChgLst>
  <pc:docChgLst>
    <pc:chgData name="Emoke Bada" userId="S::emoke.bada@slidehub.com::cfd02ffc-285a-4cce-82de-ccc89d3d7be5" providerId="AD" clId="Web-{F27A5F9D-8F89-F0B5-6FF5-9A33F332939E}"/>
    <pc:docChg chg="delSld modSld">
      <pc:chgData name="Emoke Bada" userId="S::emoke.bada@slidehub.com::cfd02ffc-285a-4cce-82de-ccc89d3d7be5" providerId="AD" clId="Web-{F27A5F9D-8F89-F0B5-6FF5-9A33F332939E}" dt="2025-12-15T14:17:44.397" v="92" actId="20577"/>
      <pc:docMkLst>
        <pc:docMk/>
      </pc:docMkLst>
      <pc:sldChg chg="addSp modSp">
        <pc:chgData name="Emoke Bada" userId="S::emoke.bada@slidehub.com::cfd02ffc-285a-4cce-82de-ccc89d3d7be5" providerId="AD" clId="Web-{F27A5F9D-8F89-F0B5-6FF5-9A33F332939E}" dt="2025-12-15T14:17:44.397" v="92" actId="20577"/>
        <pc:sldMkLst>
          <pc:docMk/>
          <pc:sldMk cId="927375168" sldId="2997"/>
        </pc:sldMkLst>
        <pc:spChg chg="add">
          <ac:chgData name="Emoke Bada" userId="S::emoke.bada@slidehub.com::cfd02ffc-285a-4cce-82de-ccc89d3d7be5" providerId="AD" clId="Web-{F27A5F9D-8F89-F0B5-6FF5-9A33F332939E}" dt="2025-12-15T14:15:21.144" v="91"/>
          <ac:spMkLst>
            <pc:docMk/>
            <pc:sldMk cId="927375168" sldId="2997"/>
            <ac:spMk id="4" creationId="{9868DB71-B7D7-AA1A-B1C8-4D8C5C85E4B0}"/>
          </ac:spMkLst>
        </pc:spChg>
        <pc:spChg chg="mod">
          <ac:chgData name="Emoke Bada" userId="S::emoke.bada@slidehub.com::cfd02ffc-285a-4cce-82de-ccc89d3d7be5" providerId="AD" clId="Web-{F27A5F9D-8F89-F0B5-6FF5-9A33F332939E}" dt="2025-12-15T14:17:44.397" v="92" actId="20577"/>
          <ac:spMkLst>
            <pc:docMk/>
            <pc:sldMk cId="927375168" sldId="2997"/>
            <ac:spMk id="7" creationId="{9748D1FA-C81E-B9A7-547A-D17090232042}"/>
          </ac:spMkLst>
        </pc:spChg>
      </pc:sldChg>
    </pc:docChg>
  </pc:docChgLst>
  <pc:docChgLst>
    <pc:chgData name="Emoke Bada" userId="S::emoke.bada@slidehub.com::cfd02ffc-285a-4cce-82de-ccc89d3d7be5" providerId="AD" clId="Web-{A9551D1E-3A51-09B6-2121-7DDC2AA26687}"/>
    <pc:docChg chg="delSld">
      <pc:chgData name="Emoke Bada" userId="S::emoke.bada@slidehub.com::cfd02ffc-285a-4cce-82de-ccc89d3d7be5" providerId="AD" clId="Web-{A9551D1E-3A51-09B6-2121-7DDC2AA26687}" dt="2025-12-17T15:46:07.129" v="0"/>
      <pc:docMkLst>
        <pc:docMk/>
      </pc:docMkLst>
      <pc:sldChg chg="del">
        <pc:chgData name="Emoke Bada" userId="S::emoke.bada@slidehub.com::cfd02ffc-285a-4cce-82de-ccc89d3d7be5" providerId="AD" clId="Web-{A9551D1E-3A51-09B6-2121-7DDC2AA26687}" dt="2025-12-17T15:46:07.129" v="0"/>
        <pc:sldMkLst>
          <pc:docMk/>
          <pc:sldMk cId="130208284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0B0F-AFDE-4A98-A58D-E8E99303B0C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A70C3-517B-4CCA-8FD6-CDCC8B6FD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1C4-281A-FB0C-C19D-7C479FFC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9E74B-8ACF-6F0F-93F6-BBB6AA9EA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4AE0-53B0-7C1D-2B72-4443411A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3516-64AA-AD7B-D279-19301A24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3EC8-40B5-E5B2-903D-5CA3C6C9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99A7-4966-A658-4B95-26EB0CC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4084-671B-98A3-D275-686D58DC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46223-6FBA-2414-AB07-8BB14C73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C9B-870A-64D4-3EC4-D52CA23D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1B0A5-70E0-181A-F7E9-AE822D39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9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2C3A-357F-34D9-F3E8-4F73CBA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464E-C9E7-460B-8CCE-1EA88F0D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5718F-EC85-11EA-1310-ECD30A7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4934-4A0C-4AE7-5CF7-BD2366C0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63A8-6823-2512-3313-EC081AF4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5E30-A7E3-45FD-BBE6-D3654858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7B33-AF90-3CCC-DFE2-759ACA54F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C697-D117-9EA8-23E2-5499D953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AC4B5-5593-601F-B60A-FDFD8EF1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E3E82-43F5-5C46-95A2-CA3E7A6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DCDEB-ADD6-F108-1214-3973388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1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0C96-65DB-48E3-D18A-F8A584CD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F4B6-8BCF-FDB6-2ACB-727EAED5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458D-B124-7E28-6BC4-8DA6ADC4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ADC0C-DE42-8D9B-F62B-F9F55ADC8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C9451-B1D5-F305-E682-01418D355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D17CB-0A78-7423-89B8-B1045018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1C680-D3BD-D697-7533-F7371762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9802A-027A-A752-03F8-0210FA0B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2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9D3D-37E0-6DC8-B474-94B828B2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7A22E-4B30-D261-809A-B09CD56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127A-290B-7235-26E8-A98641F3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8FE7A-80B9-B5F2-DD58-8C4F5B84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8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3E6DF-D2D7-264B-F1BF-7417EFBE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751F6-8B7B-F431-AC9C-426B728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E7CB-2D38-7BD4-3018-4341D185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3CDC-BD01-0A63-15EF-2C2312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7991-6869-7345-06C6-4B167A94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854-7B45-A8D7-7A8B-6090091EE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45ACB-D1C9-4E53-8D60-611C143D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D6F5-28AC-FFD0-BDAD-138264FD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4EA0-8FEE-7C86-166B-084E6F4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4827-9B21-4F53-FC80-C961BA14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6FA5-62A2-D14A-A1AE-5FCE8D1DF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708D-1E05-77DE-FD5C-CBBEB416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C06-9D24-EA27-D6A3-AD7C89CC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7155-C72E-A44E-F20A-97D3D692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B0A3E-950A-F59D-0026-25205E4D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2DB7-ABD7-F410-90FE-24B0A78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32DC3-75A4-C59C-42A1-C1704D07F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915F-C4C0-95B7-7B85-41E95768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1E6EF-26BD-0A81-8A30-E7494102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0D100-6201-E140-9541-D1D9F7E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4FAD1-7E29-1003-5CBC-2DC86DCC8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92E98-8A97-684E-2C97-CAFA1597A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EF3F-AF22-2863-B591-3F656DE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03F7-B613-FBD6-0B77-1FE661DE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EC2F-C451-4323-94BC-FCBC089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ATION MUS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3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7949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46C8D-EB10-ADD1-96A5-33C33D63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AB00E-F079-A8A0-EEB9-D445A06B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D8B9-93D5-9D14-B135-BC8B63B3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6CA4-4FAF-8560-99F8-D1C79D915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E28F-4EE7-AEC2-5FC1-6010370C8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80A5B-DAD6-EC2F-AFDC-BCF4E5EFB427}"/>
              </a:ext>
            </a:extLst>
          </p:cNvPr>
          <p:cNvSpPr txBox="1"/>
          <p:nvPr/>
        </p:nvSpPr>
        <p:spPr>
          <a:xfrm>
            <a:off x="730988" y="2635240"/>
            <a:ext cx="3468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/>
              <a:t>Clarify the issue</a:t>
            </a:r>
            <a:r>
              <a:rPr lang="en-US"/>
              <a:t> – </a:t>
            </a:r>
            <a:br>
              <a:rPr lang="en-US"/>
            </a:br>
            <a:r>
              <a:rPr lang="en-US"/>
              <a:t>Ensure everyone understands the problem.</a:t>
            </a:r>
          </a:p>
          <a:p>
            <a:pPr marL="342900" indent="-342900">
              <a:buAutoNum type="arabicPeriod"/>
            </a:pPr>
            <a:r>
              <a:rPr lang="en-US" b="1"/>
              <a:t>Check data quality</a:t>
            </a:r>
            <a:r>
              <a:rPr lang="en-US"/>
              <a:t> – </a:t>
            </a:r>
            <a:br>
              <a:rPr lang="en-US"/>
            </a:br>
            <a:r>
              <a:rPr lang="en-US"/>
              <a:t>Use reliable, up-to-date information.</a:t>
            </a:r>
          </a:p>
          <a:p>
            <a:pPr marL="342900" indent="-342900">
              <a:buAutoNum type="arabicPeriod"/>
            </a:pPr>
            <a:r>
              <a:rPr lang="en-US" b="1" err="1"/>
              <a:t>Analyse</a:t>
            </a:r>
            <a:r>
              <a:rPr lang="en-US" b="1"/>
              <a:t> root causes</a:t>
            </a:r>
            <a:r>
              <a:rPr lang="en-US"/>
              <a:t> – </a:t>
            </a:r>
            <a:br>
              <a:rPr lang="en-US"/>
            </a:br>
            <a:r>
              <a:rPr lang="en-US"/>
              <a:t>Don’t confuse symptoms with causes.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32839-A19B-1553-C04A-C34D13E9A149}"/>
              </a:ext>
            </a:extLst>
          </p:cNvPr>
          <p:cNvSpPr txBox="1"/>
          <p:nvPr/>
        </p:nvSpPr>
        <p:spPr>
          <a:xfrm>
            <a:off x="4523270" y="2358241"/>
            <a:ext cx="30931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/>
          </a:p>
          <a:p>
            <a:pPr marL="342900" indent="-342900">
              <a:buFont typeface="+mj-lt"/>
              <a:buAutoNum type="arabicPeriod" startAt="4"/>
            </a:pPr>
            <a:r>
              <a:rPr lang="en-US" b="1"/>
              <a:t>Explore alternatives</a:t>
            </a:r>
            <a:r>
              <a:rPr lang="en-US"/>
              <a:t> –</a:t>
            </a:r>
            <a:br>
              <a:rPr lang="en-US"/>
            </a:br>
            <a:r>
              <a:rPr lang="en-US"/>
              <a:t>Avoid settling on the first idea.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b="1"/>
              <a:t>Assess feasibility</a:t>
            </a:r>
            <a:r>
              <a:rPr lang="en-US"/>
              <a:t> – </a:t>
            </a:r>
            <a:br>
              <a:rPr lang="en-US"/>
            </a:br>
            <a:r>
              <a:rPr lang="en-US"/>
              <a:t>Time, cost, resources, constraints.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b="1"/>
              <a:t>Challenge biases</a:t>
            </a:r>
            <a:r>
              <a:rPr lang="en-US"/>
              <a:t> – </a:t>
            </a:r>
            <a:br>
              <a:rPr lang="en-US"/>
            </a:br>
            <a:r>
              <a:rPr lang="en-US"/>
              <a:t>Stay objective and evidence-based.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8D1FA-C81E-B9A7-547A-D17090232042}"/>
              </a:ext>
            </a:extLst>
          </p:cNvPr>
          <p:cNvSpPr txBox="1"/>
          <p:nvPr/>
        </p:nvSpPr>
        <p:spPr>
          <a:xfrm>
            <a:off x="8771861" y="2358240"/>
            <a:ext cx="2894714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Prototype or test</a:t>
            </a:r>
            <a:r>
              <a:rPr lang="en-US"/>
              <a:t> –</a:t>
            </a:r>
            <a:br>
              <a:rPr lang="en-US"/>
            </a:br>
            <a:r>
              <a:rPr lang="en-US"/>
              <a:t>Reduce risks before full execution.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US" b="1"/>
              <a:t>Measure outcomes</a:t>
            </a:r>
            <a:r>
              <a:rPr lang="en-US"/>
              <a:t> – Track progress and adjust quickly.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US" b="1"/>
              <a:t>Reflect &amp; record</a:t>
            </a:r>
            <a:r>
              <a:rPr lang="en-US"/>
              <a:t> –</a:t>
            </a:r>
            <a:br>
              <a:rPr lang="en-US"/>
            </a:br>
            <a:r>
              <a:rPr lang="en-US"/>
              <a:t>Capture insights for future cases.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3939CCA-871E-6ED0-95C8-E4E41A3122D1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 flipH="1" flipV="1">
            <a:off x="2836484" y="1987181"/>
            <a:ext cx="2862322" cy="3604442"/>
          </a:xfrm>
          <a:prstGeom prst="bentConnector5">
            <a:avLst>
              <a:gd name="adj1" fmla="val -7987"/>
              <a:gd name="adj2" fmla="val 52606"/>
              <a:gd name="adj3" fmla="val 107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C72F76D-F969-167C-FC10-ABC37571C83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 flipH="1" flipV="1">
            <a:off x="6713380" y="1714726"/>
            <a:ext cx="2862323" cy="4149352"/>
          </a:xfrm>
          <a:prstGeom prst="bentConnector5">
            <a:avLst>
              <a:gd name="adj1" fmla="val -7987"/>
              <a:gd name="adj2" fmla="val 51196"/>
              <a:gd name="adj3" fmla="val 107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toShape 2" descr="Generated image">
            <a:extLst>
              <a:ext uri="{FF2B5EF4-FFF2-40B4-BE49-F238E27FC236}">
                <a16:creationId xmlns:a16="http://schemas.microsoft.com/office/drawing/2014/main" id="{CCE524CB-CE2D-954D-F130-A2E6D6AEF0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931D857-0072-FE8D-4045-0C02656B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solving precautions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8DB71-B7D7-AA1A-B1C8-4D8C5C85E4B0}"/>
              </a:ext>
            </a:extLst>
          </p:cNvPr>
          <p:cNvSpPr/>
          <p:nvPr/>
        </p:nvSpPr>
        <p:spPr>
          <a:xfrm>
            <a:off x="7943850" y="-9329"/>
            <a:ext cx="4248150" cy="1583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Instructions: 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Brush up this slide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Follow client's style and guidelines 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If you cannot meet any guideline rules or in case of any other issues leave yellow sticker (like this one) with information for the admin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73751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44B4AB-E803-4223-A28E-9A7B93DEDDB0}">
  <we:reference id="512bb70a-1733-11ee-be56-0242ac120002" version="1.0.0.1" store="EXCatalog" storeType="EXCatalog"/>
  <we:alternateReferences>
    <we:reference id="WA2000057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ED4FCBFFE2141BEF8D275EC8A6B1F" ma:contentTypeVersion="19" ma:contentTypeDescription="Create a new document." ma:contentTypeScope="" ma:versionID="fa76caa31a7632e58037de4d34d151a2">
  <xsd:schema xmlns:xsd="http://www.w3.org/2001/XMLSchema" xmlns:xs="http://www.w3.org/2001/XMLSchema" xmlns:p="http://schemas.microsoft.com/office/2006/metadata/properties" xmlns:ns2="76bd1358-98cb-4bc6-9b1c-3f3d760f5768" xmlns:ns3="7da3498b-f732-4cff-b8b6-6fbc0cd175e9" targetNamespace="http://schemas.microsoft.com/office/2006/metadata/properties" ma:root="true" ma:fieldsID="b2ba7a21ca39d606f806af21fd604294" ns2:_="" ns3:_="">
    <xsd:import namespace="76bd1358-98cb-4bc6-9b1c-3f3d760f5768"/>
    <xsd:import namespace="7da3498b-f732-4cff-b8b6-6fbc0cd17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d1358-98cb-4bc6-9b1c-3f3d760f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bfc3e47-5c9b-4ad3-a4da-a73677d913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3498b-f732-4cff-b8b6-6fbc0cd17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e2fe5b0-8d40-4a7d-9855-7a5ceba9e207}" ma:internalName="TaxCatchAll" ma:showField="CatchAllData" ma:web="7da3498b-f732-4cff-b8b6-6fbc0cd175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6bd1358-98cb-4bc6-9b1c-3f3d760f5768" xsi:nil="true"/>
    <lcf76f155ced4ddcb4097134ff3c332f xmlns="76bd1358-98cb-4bc6-9b1c-3f3d760f5768">
      <Terms xmlns="http://schemas.microsoft.com/office/infopath/2007/PartnerControls"/>
    </lcf76f155ced4ddcb4097134ff3c332f>
    <TaxCatchAll xmlns="7da3498b-f732-4cff-b8b6-6fbc0cd175e9" xsi:nil="true"/>
  </documentManagement>
</p:properties>
</file>

<file path=customXml/itemProps1.xml><?xml version="1.0" encoding="utf-8"?>
<ds:datastoreItem xmlns:ds="http://schemas.openxmlformats.org/officeDocument/2006/customXml" ds:itemID="{78876C50-592F-4D33-97A1-CC5140C92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E84DDE-2B9A-43D5-B06A-49B9614D73A3}">
  <ds:schemaRefs>
    <ds:schemaRef ds:uri="76bd1358-98cb-4bc6-9b1c-3f3d760f5768"/>
    <ds:schemaRef ds:uri="7da3498b-f732-4cff-b8b6-6fbc0cd175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7092F8-48DA-43B1-A923-61B2BCA36EC2}">
  <ds:schemaRefs>
    <ds:schemaRef ds:uri="76bd1358-98cb-4bc6-9b1c-3f3d760f5768"/>
    <ds:schemaRef ds:uri="7da3498b-f732-4cff-b8b6-6fbc0cd175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Problem solving precautions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Emoke Bada</dc:creator>
  <cp:revision>15</cp:revision>
  <dcterms:created xsi:type="dcterms:W3CDTF">2025-08-26T13:29:49Z</dcterms:created>
  <dcterms:modified xsi:type="dcterms:W3CDTF">2025-12-18T11:59:36Z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0x010100AB9ED4FCBFFE2141BEF8D275EC8A6B1F</vt:lpwstr>
  </property>
  <property fmtid="{D5CDD505-2E9C-101B-9397-08002B2CF9AE}" pid="3" name="MediaServiceImageTags">
    <vt:lpwstr/>
  </property>
</Properties>
</file>
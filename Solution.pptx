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5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751" r:id="rId4"/>
  </p:sldMasterIdLst>
  <p:notesMasterIdLst>
    <p:notesMasterId r:id="rId8"/>
  </p:notesMasterIdLst>
  <p:handoutMasterIdLst>
    <p:handoutMasterId r:id="rId9"/>
  </p:handoutMasterIdLst>
  <p:sldIdLst>
    <p:sldId id="731" r:id="rId5"/>
    <p:sldId id="732" r:id="rId6"/>
    <p:sldId id="733" r:id="rId7"/>
  </p:sldIdLst>
  <p:sldSz cx="9906000" cy="6858000" type="A4"/>
  <p:notesSz cx="6794500" cy="9931400"/>
  <p:embeddedFontLst>
    <p:embeddedFont>
      <p:font typeface="IBM Plex Sans" panose="020B0503050203000203" pitchFamily="34" charset="0"/>
      <p:regular r:id="rId10"/>
      <p:bold r:id="rId11"/>
      <p:italic r:id="rId12"/>
    </p:embeddedFont>
    <p:embeddedFont>
      <p:font typeface="IBM Plex Sans Light" panose="020B0403050203000203" pitchFamily="34" charset="0"/>
      <p:regular r:id="rId13"/>
      <p:italic r:id="rId14"/>
    </p:embeddedFont>
    <p:embeddedFont>
      <p:font typeface="IBM Plex Sans SemiBold" panose="020B0703050203000203" pitchFamily="34" charset="0"/>
      <p:regular r:id="rId15"/>
      <p:bold r:id="rId16"/>
      <p:italic r:id="rId17"/>
      <p:boldItalic r:id="rId18"/>
    </p:embeddedFont>
    <p:embeddedFont>
      <p:font typeface="Poppins" panose="00000500000000000000" pitchFamily="2" charset="0"/>
      <p:regular r:id="rId19"/>
      <p:bold r:id="rId20"/>
      <p:italic r:id="rId21"/>
      <p:boldItalic r:id="rId22"/>
    </p:embeddedFont>
    <p:embeddedFont>
      <p:font typeface="Poppins Medium" panose="00000600000000000000" pitchFamily="2" charset="0"/>
      <p:regular r:id="rId23"/>
      <p:italic r:id="rId24"/>
    </p:embeddedFont>
    <p:embeddedFont>
      <p:font typeface="Raleway" pitchFamily="2" charset="0"/>
      <p:regular r:id="rId25"/>
      <p:bold r:id="rId26"/>
      <p:italic r:id="rId27"/>
      <p:boldItalic r:id="rId28"/>
    </p:embeddedFont>
  </p:embeddedFontLst>
  <p:custDataLst>
    <p:tags r:id="rId29"/>
  </p:custDataLst>
  <p:defaultTextStyle>
    <a:defPPr>
      <a:defRPr lang="en-US"/>
    </a:defPPr>
    <a:lvl1pPr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une johansen" initials="rj" lastIdx="1" clrIdx="0">
    <p:extLst>
      <p:ext uri="{19B8F6BF-5375-455C-9EA6-DF929625EA0E}">
        <p15:presenceInfo xmlns:p15="http://schemas.microsoft.com/office/powerpoint/2012/main" userId="a5ca7d38af8eb9e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D8C7"/>
    <a:srgbClr val="BFBFBF"/>
    <a:srgbClr val="F5FFC3"/>
    <a:srgbClr val="509AAF"/>
    <a:srgbClr val="E614D7"/>
    <a:srgbClr val="1EABD9"/>
    <a:srgbClr val="1994CB"/>
    <a:srgbClr val="107AAB"/>
    <a:srgbClr val="064F67"/>
    <a:srgbClr val="054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96" autoAdjust="0"/>
    <p:restoredTop sz="95673" autoAdjust="0"/>
  </p:normalViewPr>
  <p:slideViewPr>
    <p:cSldViewPr snapToGrid="0">
      <p:cViewPr varScale="1">
        <p:scale>
          <a:sx n="78" d="100"/>
          <a:sy n="78" d="100"/>
        </p:scale>
        <p:origin x="1291" y="6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2346"/>
    </p:cViewPr>
  </p:sorterViewPr>
  <p:notesViewPr>
    <p:cSldViewPr snapToGrid="0">
      <p:cViewPr varScale="1">
        <p:scale>
          <a:sx n="63" d="100"/>
          <a:sy n="63" d="100"/>
        </p:scale>
        <p:origin x="341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font" Target="fonts/font17.fntdata"/><Relationship Id="rId3" Type="http://schemas.openxmlformats.org/officeDocument/2006/relationships/customXml" Target="../customXml/item3.xml"/><Relationship Id="rId21" Type="http://schemas.openxmlformats.org/officeDocument/2006/relationships/font" Target="fonts/font12.fntdata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font" Target="fonts/font16.fntdata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2.fntdata"/><Relationship Id="rId24" Type="http://schemas.openxmlformats.org/officeDocument/2006/relationships/font" Target="fonts/font15.fntdata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28" Type="http://schemas.openxmlformats.org/officeDocument/2006/relationships/font" Target="fonts/font19.fntdata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font" Target="fonts/font18.fntdata"/><Relationship Id="rId30" Type="http://schemas.openxmlformats.org/officeDocument/2006/relationships/commentAuthors" Target="commentAuthors.xml"/><Relationship Id="rId8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C89231-1F0B-44BA-9E74-2F69745B43B0}" type="doc">
      <dgm:prSet loTypeId="urn:microsoft.com/office/officeart/2005/8/layout/bProcess4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5F6CAA-47E8-4075-AC82-08B1F45C9534}">
      <dgm:prSet custT="1"/>
      <dgm:spPr>
        <a:solidFill>
          <a:srgbClr val="BFBFBF"/>
        </a:solidFill>
      </dgm:spPr>
      <dgm:t>
        <a:bodyPr/>
        <a:lstStyle/>
        <a:p>
          <a:r>
            <a:rPr lang="en-US" sz="1400" b="1" dirty="0">
              <a:solidFill>
                <a:srgbClr val="509AAF"/>
              </a:solidFill>
              <a:latin typeface="IBM Plex Sans "/>
            </a:rPr>
            <a:t>Clarify the issue</a:t>
          </a:r>
          <a:r>
            <a:rPr lang="en-US" sz="1400" dirty="0">
              <a:solidFill>
                <a:srgbClr val="509AAF"/>
              </a:solidFill>
              <a:latin typeface="IBM Plex Sans "/>
            </a:rPr>
            <a:t> – </a:t>
          </a:r>
          <a:br>
            <a:rPr lang="en-US" sz="1400" dirty="0">
              <a:solidFill>
                <a:srgbClr val="509AAF"/>
              </a:solidFill>
              <a:latin typeface="IBM Plex Sans "/>
            </a:rPr>
          </a:br>
          <a:r>
            <a:rPr lang="en-US" sz="1400" dirty="0">
              <a:solidFill>
                <a:srgbClr val="509AAF"/>
              </a:solidFill>
              <a:latin typeface="IBM Plex Sans "/>
            </a:rPr>
            <a:t>Ensure everyone understands the problem.</a:t>
          </a:r>
        </a:p>
      </dgm:t>
    </dgm:pt>
    <dgm:pt modelId="{117B4560-1398-4CC8-A8A5-F0F478D089C5}" type="parTrans" cxnId="{15F1B39F-D438-4780-A031-ADB7EC1EE384}">
      <dgm:prSet/>
      <dgm:spPr/>
      <dgm:t>
        <a:bodyPr/>
        <a:lstStyle/>
        <a:p>
          <a:endParaRPr lang="en-US"/>
        </a:p>
      </dgm:t>
    </dgm:pt>
    <dgm:pt modelId="{4BAC6C1E-C271-4ACF-BF33-51CEECC090D4}" type="sibTrans" cxnId="{15F1B39F-D438-4780-A031-ADB7EC1EE384}">
      <dgm:prSet/>
      <dgm:spPr>
        <a:solidFill>
          <a:srgbClr val="7CE1C7"/>
        </a:solidFill>
      </dgm:spPr>
      <dgm:t>
        <a:bodyPr/>
        <a:lstStyle/>
        <a:p>
          <a:endParaRPr lang="en-US"/>
        </a:p>
      </dgm:t>
    </dgm:pt>
    <dgm:pt modelId="{4983C8E6-A03A-40DE-BBA9-D89F889D0AA1}">
      <dgm:prSet custT="1"/>
      <dgm:spPr>
        <a:solidFill>
          <a:srgbClr val="BFBFBF"/>
        </a:solidFill>
      </dgm:spPr>
      <dgm:t>
        <a:bodyPr/>
        <a:lstStyle/>
        <a:p>
          <a:r>
            <a:rPr lang="en-US" sz="1400" b="1" dirty="0">
              <a:solidFill>
                <a:srgbClr val="509AAF"/>
              </a:solidFill>
              <a:latin typeface="IBM Plex Sans "/>
            </a:rPr>
            <a:t>Check data quality</a:t>
          </a:r>
          <a:r>
            <a:rPr lang="en-US" sz="1400" dirty="0">
              <a:solidFill>
                <a:srgbClr val="509AAF"/>
              </a:solidFill>
              <a:latin typeface="IBM Plex Sans "/>
            </a:rPr>
            <a:t> – </a:t>
          </a:r>
          <a:br>
            <a:rPr lang="en-US" sz="1400" dirty="0">
              <a:solidFill>
                <a:srgbClr val="509AAF"/>
              </a:solidFill>
              <a:latin typeface="IBM Plex Sans "/>
            </a:rPr>
          </a:br>
          <a:r>
            <a:rPr lang="en-US" sz="1400" dirty="0">
              <a:solidFill>
                <a:srgbClr val="509AAF"/>
              </a:solidFill>
              <a:latin typeface="IBM Plex Sans "/>
            </a:rPr>
            <a:t>Use reliable, up-to-date information.</a:t>
          </a:r>
        </a:p>
      </dgm:t>
    </dgm:pt>
    <dgm:pt modelId="{C070F3C6-8F5D-40B7-8C3E-8F53BE8C3DD2}" type="parTrans" cxnId="{DFCF9DE3-087F-4130-AB89-568170EEB8DB}">
      <dgm:prSet/>
      <dgm:spPr/>
      <dgm:t>
        <a:bodyPr/>
        <a:lstStyle/>
        <a:p>
          <a:endParaRPr lang="en-US"/>
        </a:p>
      </dgm:t>
    </dgm:pt>
    <dgm:pt modelId="{CD89D0A2-134E-43F7-876D-34D7084A7DBF}" type="sibTrans" cxnId="{DFCF9DE3-087F-4130-AB89-568170EEB8DB}">
      <dgm:prSet/>
      <dgm:spPr>
        <a:solidFill>
          <a:srgbClr val="7CE1C7"/>
        </a:solidFill>
      </dgm:spPr>
      <dgm:t>
        <a:bodyPr/>
        <a:lstStyle/>
        <a:p>
          <a:endParaRPr lang="en-US"/>
        </a:p>
      </dgm:t>
    </dgm:pt>
    <dgm:pt modelId="{7233C95C-AB53-4AF9-B2D2-E054C65B8FFA}">
      <dgm:prSet custT="1"/>
      <dgm:spPr>
        <a:solidFill>
          <a:srgbClr val="BFBFBF"/>
        </a:solidFill>
      </dgm:spPr>
      <dgm:t>
        <a:bodyPr/>
        <a:lstStyle/>
        <a:p>
          <a:r>
            <a:rPr lang="en-US" sz="1400" b="1" dirty="0" err="1">
              <a:solidFill>
                <a:srgbClr val="509AC5"/>
              </a:solidFill>
              <a:latin typeface="IBM Plex Sans "/>
            </a:rPr>
            <a:t>Analyse</a:t>
          </a:r>
          <a:r>
            <a:rPr lang="en-US" sz="1400" b="1" dirty="0">
              <a:solidFill>
                <a:srgbClr val="509AC5"/>
              </a:solidFill>
              <a:latin typeface="IBM Plex Sans "/>
            </a:rPr>
            <a:t> root causes</a:t>
          </a:r>
          <a:r>
            <a:rPr lang="en-US" sz="1400" dirty="0">
              <a:solidFill>
                <a:srgbClr val="509AC5"/>
              </a:solidFill>
              <a:latin typeface="IBM Plex Sans "/>
            </a:rPr>
            <a:t> – </a:t>
          </a:r>
          <a:br>
            <a:rPr lang="en-US" sz="1400" dirty="0">
              <a:solidFill>
                <a:srgbClr val="509AC5"/>
              </a:solidFill>
              <a:latin typeface="IBM Plex Sans "/>
            </a:rPr>
          </a:br>
          <a:r>
            <a:rPr lang="en-US" sz="1400" dirty="0">
              <a:solidFill>
                <a:srgbClr val="509AC5"/>
              </a:solidFill>
              <a:latin typeface="IBM Plex Sans "/>
            </a:rPr>
            <a:t>Don’t confuse symptoms with causes.</a:t>
          </a:r>
        </a:p>
      </dgm:t>
    </dgm:pt>
    <dgm:pt modelId="{6F4BC102-350E-498D-9F0D-7D774093D4A4}" type="parTrans" cxnId="{719920E3-DE7B-4DAD-9E0C-9D0C722B8555}">
      <dgm:prSet/>
      <dgm:spPr/>
      <dgm:t>
        <a:bodyPr/>
        <a:lstStyle/>
        <a:p>
          <a:endParaRPr lang="en-US"/>
        </a:p>
      </dgm:t>
    </dgm:pt>
    <dgm:pt modelId="{B75534F1-A060-4154-AE47-0032E36B027A}" type="sibTrans" cxnId="{719920E3-DE7B-4DAD-9E0C-9D0C722B8555}">
      <dgm:prSet/>
      <dgm:spPr>
        <a:solidFill>
          <a:srgbClr val="7CE1C7"/>
        </a:solidFill>
      </dgm:spPr>
      <dgm:t>
        <a:bodyPr/>
        <a:lstStyle/>
        <a:p>
          <a:endParaRPr lang="en-US"/>
        </a:p>
      </dgm:t>
    </dgm:pt>
    <dgm:pt modelId="{BBFF9BA9-0F2C-4BB2-B1CB-7D8E41CEB549}">
      <dgm:prSet custT="1"/>
      <dgm:spPr>
        <a:solidFill>
          <a:srgbClr val="BFBFBF"/>
        </a:solidFill>
      </dgm:spPr>
      <dgm:t>
        <a:bodyPr/>
        <a:lstStyle/>
        <a:p>
          <a:r>
            <a:rPr lang="en-US" sz="1400" b="1" dirty="0">
              <a:solidFill>
                <a:srgbClr val="509AC5"/>
              </a:solidFill>
              <a:latin typeface="IBM Plex Sans "/>
            </a:rPr>
            <a:t>Explore alternatives</a:t>
          </a:r>
          <a:r>
            <a:rPr lang="en-US" sz="1400" dirty="0">
              <a:solidFill>
                <a:srgbClr val="509AC5"/>
              </a:solidFill>
              <a:latin typeface="IBM Plex Sans "/>
            </a:rPr>
            <a:t> –</a:t>
          </a:r>
          <a:br>
            <a:rPr lang="en-US" sz="1400" dirty="0">
              <a:solidFill>
                <a:srgbClr val="509AC5"/>
              </a:solidFill>
              <a:latin typeface="IBM Plex Sans "/>
            </a:rPr>
          </a:br>
          <a:r>
            <a:rPr lang="en-US" sz="1400" dirty="0">
              <a:solidFill>
                <a:srgbClr val="509AC5"/>
              </a:solidFill>
              <a:latin typeface="IBM Plex Sans "/>
            </a:rPr>
            <a:t>Avoid settling on the first idea.</a:t>
          </a:r>
        </a:p>
      </dgm:t>
    </dgm:pt>
    <dgm:pt modelId="{648CD48F-D7BD-4223-99A1-24DC14D9422B}" type="parTrans" cxnId="{7EF085EC-C9BF-4D97-9744-C67B096BACFF}">
      <dgm:prSet/>
      <dgm:spPr/>
      <dgm:t>
        <a:bodyPr/>
        <a:lstStyle/>
        <a:p>
          <a:endParaRPr lang="en-US"/>
        </a:p>
      </dgm:t>
    </dgm:pt>
    <dgm:pt modelId="{3D1F6A12-0D0D-46DA-B156-BE1CD38E0EB6}" type="sibTrans" cxnId="{7EF085EC-C9BF-4D97-9744-C67B096BACFF}">
      <dgm:prSet/>
      <dgm:spPr>
        <a:solidFill>
          <a:srgbClr val="7CE1C7"/>
        </a:solidFill>
      </dgm:spPr>
      <dgm:t>
        <a:bodyPr/>
        <a:lstStyle/>
        <a:p>
          <a:endParaRPr lang="en-US"/>
        </a:p>
      </dgm:t>
    </dgm:pt>
    <dgm:pt modelId="{98088802-290E-4FAC-9E7A-638A055CE66B}">
      <dgm:prSet custT="1"/>
      <dgm:spPr>
        <a:solidFill>
          <a:srgbClr val="BFBFBF"/>
        </a:solidFill>
        <a:ln>
          <a:noFill/>
        </a:ln>
      </dgm:spPr>
      <dgm:t>
        <a:bodyPr/>
        <a:lstStyle/>
        <a:p>
          <a:r>
            <a:rPr lang="en-US" sz="1400" b="1" dirty="0">
              <a:solidFill>
                <a:srgbClr val="509AC5"/>
              </a:solidFill>
              <a:latin typeface="IBM Plex Sans "/>
            </a:rPr>
            <a:t>Assess feasibility</a:t>
          </a:r>
          <a:r>
            <a:rPr lang="en-US" sz="1400" dirty="0">
              <a:solidFill>
                <a:srgbClr val="509AC5"/>
              </a:solidFill>
              <a:latin typeface="IBM Plex Sans "/>
            </a:rPr>
            <a:t> – </a:t>
          </a:r>
          <a:br>
            <a:rPr lang="en-US" sz="1400" dirty="0">
              <a:solidFill>
                <a:srgbClr val="509AC5"/>
              </a:solidFill>
              <a:latin typeface="IBM Plex Sans "/>
            </a:rPr>
          </a:br>
          <a:r>
            <a:rPr lang="en-US" sz="1400" dirty="0">
              <a:solidFill>
                <a:srgbClr val="509AC5"/>
              </a:solidFill>
              <a:latin typeface="IBM Plex Sans "/>
            </a:rPr>
            <a:t>Time, cost, resources, constraints.</a:t>
          </a:r>
        </a:p>
      </dgm:t>
    </dgm:pt>
    <dgm:pt modelId="{75E93C78-EABA-4F97-9DF8-6A44FE8628C6}" type="parTrans" cxnId="{0F11A640-4287-4D82-B08B-C8DE21D5C3F1}">
      <dgm:prSet/>
      <dgm:spPr/>
      <dgm:t>
        <a:bodyPr/>
        <a:lstStyle/>
        <a:p>
          <a:endParaRPr lang="en-US"/>
        </a:p>
      </dgm:t>
    </dgm:pt>
    <dgm:pt modelId="{3671DAA9-61CF-4DA9-8E74-5809C740154B}" type="sibTrans" cxnId="{0F11A640-4287-4D82-B08B-C8DE21D5C3F1}">
      <dgm:prSet/>
      <dgm:spPr>
        <a:solidFill>
          <a:srgbClr val="7CE1C7"/>
        </a:solidFill>
      </dgm:spPr>
      <dgm:t>
        <a:bodyPr/>
        <a:lstStyle/>
        <a:p>
          <a:endParaRPr lang="en-US"/>
        </a:p>
      </dgm:t>
    </dgm:pt>
    <dgm:pt modelId="{474889BD-DFF1-4A06-8548-449D3BACE9DE}">
      <dgm:prSet custT="1"/>
      <dgm:spPr>
        <a:solidFill>
          <a:srgbClr val="BFBFBF"/>
        </a:solidFill>
      </dgm:spPr>
      <dgm:t>
        <a:bodyPr/>
        <a:lstStyle/>
        <a:p>
          <a:r>
            <a:rPr lang="en-US" sz="1400" b="1" dirty="0">
              <a:solidFill>
                <a:srgbClr val="509AC5"/>
              </a:solidFill>
              <a:latin typeface="IBM Plex Sans "/>
            </a:rPr>
            <a:t>Challenge biases</a:t>
          </a:r>
          <a:r>
            <a:rPr lang="en-US" sz="1400" dirty="0">
              <a:solidFill>
                <a:srgbClr val="509AC5"/>
              </a:solidFill>
              <a:latin typeface="IBM Plex Sans "/>
            </a:rPr>
            <a:t> – </a:t>
          </a:r>
          <a:br>
            <a:rPr lang="en-US" sz="1400" dirty="0">
              <a:solidFill>
                <a:srgbClr val="509AC5"/>
              </a:solidFill>
              <a:latin typeface="IBM Plex Sans "/>
            </a:rPr>
          </a:br>
          <a:r>
            <a:rPr lang="en-US" sz="1400" dirty="0">
              <a:solidFill>
                <a:srgbClr val="509AC5"/>
              </a:solidFill>
              <a:latin typeface="IBM Plex Sans "/>
            </a:rPr>
            <a:t>Stay objective and evidence-based.</a:t>
          </a:r>
        </a:p>
      </dgm:t>
    </dgm:pt>
    <dgm:pt modelId="{340A1F00-5170-4708-93C5-93F8276A0371}" type="parTrans" cxnId="{1E5671C4-1852-4FDF-A280-11CE91DEA09A}">
      <dgm:prSet/>
      <dgm:spPr/>
      <dgm:t>
        <a:bodyPr/>
        <a:lstStyle/>
        <a:p>
          <a:endParaRPr lang="en-US"/>
        </a:p>
      </dgm:t>
    </dgm:pt>
    <dgm:pt modelId="{3C376467-EFA6-4CB4-A45E-97B3C49B4A64}" type="sibTrans" cxnId="{1E5671C4-1852-4FDF-A280-11CE91DEA09A}">
      <dgm:prSet/>
      <dgm:spPr>
        <a:solidFill>
          <a:srgbClr val="7CE1C7"/>
        </a:solidFill>
      </dgm:spPr>
      <dgm:t>
        <a:bodyPr/>
        <a:lstStyle/>
        <a:p>
          <a:endParaRPr lang="en-US"/>
        </a:p>
      </dgm:t>
    </dgm:pt>
    <dgm:pt modelId="{E8D05D91-6F67-40E6-A8E4-8CDF6DBBFDB8}">
      <dgm:prSet custT="1"/>
      <dgm:spPr>
        <a:solidFill>
          <a:srgbClr val="BFBFBF"/>
        </a:solidFill>
      </dgm:spPr>
      <dgm:t>
        <a:bodyPr/>
        <a:lstStyle/>
        <a:p>
          <a:r>
            <a:rPr lang="en-US" sz="1400" b="1" dirty="0">
              <a:solidFill>
                <a:srgbClr val="509AC5"/>
              </a:solidFill>
              <a:latin typeface="IBM Plex Sans "/>
            </a:rPr>
            <a:t>Prototype or test</a:t>
          </a:r>
          <a:r>
            <a:rPr lang="en-US" sz="1400" dirty="0">
              <a:solidFill>
                <a:srgbClr val="509AC5"/>
              </a:solidFill>
              <a:latin typeface="IBM Plex Sans "/>
            </a:rPr>
            <a:t> –</a:t>
          </a:r>
          <a:br>
            <a:rPr lang="en-US" sz="1400" dirty="0">
              <a:solidFill>
                <a:srgbClr val="509AC5"/>
              </a:solidFill>
              <a:latin typeface="IBM Plex Sans "/>
            </a:rPr>
          </a:br>
          <a:r>
            <a:rPr lang="en-US" sz="1400" dirty="0">
              <a:solidFill>
                <a:srgbClr val="509AC5"/>
              </a:solidFill>
              <a:latin typeface="IBM Plex Sans "/>
            </a:rPr>
            <a:t>Reduce risks before full execution.</a:t>
          </a:r>
        </a:p>
      </dgm:t>
    </dgm:pt>
    <dgm:pt modelId="{86CB4743-16AA-4670-AB3F-F26FA25F4986}" type="parTrans" cxnId="{B79180C9-821A-474F-BEC1-10DA81D8BD33}">
      <dgm:prSet/>
      <dgm:spPr/>
      <dgm:t>
        <a:bodyPr/>
        <a:lstStyle/>
        <a:p>
          <a:endParaRPr lang="en-US"/>
        </a:p>
      </dgm:t>
    </dgm:pt>
    <dgm:pt modelId="{BF6EC5D0-C883-4298-B269-0495A2C82360}" type="sibTrans" cxnId="{B79180C9-821A-474F-BEC1-10DA81D8BD33}">
      <dgm:prSet/>
      <dgm:spPr>
        <a:solidFill>
          <a:srgbClr val="7CE1C7"/>
        </a:solidFill>
      </dgm:spPr>
      <dgm:t>
        <a:bodyPr/>
        <a:lstStyle/>
        <a:p>
          <a:endParaRPr lang="en-US"/>
        </a:p>
      </dgm:t>
    </dgm:pt>
    <dgm:pt modelId="{325A3B99-1051-453B-B1FD-6D6444054615}">
      <dgm:prSet custT="1"/>
      <dgm:spPr>
        <a:solidFill>
          <a:srgbClr val="BFBFBF"/>
        </a:solidFill>
      </dgm:spPr>
      <dgm:t>
        <a:bodyPr/>
        <a:lstStyle/>
        <a:p>
          <a:pPr algn="ctr"/>
          <a:r>
            <a:rPr lang="en-US" sz="1400" b="1" dirty="0">
              <a:solidFill>
                <a:srgbClr val="509AC5"/>
              </a:solidFill>
              <a:latin typeface="IBM Plex Sans "/>
            </a:rPr>
            <a:t>Measure outcomes</a:t>
          </a:r>
          <a:r>
            <a:rPr lang="en-US" sz="1400" dirty="0">
              <a:solidFill>
                <a:srgbClr val="509AC5"/>
              </a:solidFill>
              <a:latin typeface="IBM Plex Sans "/>
            </a:rPr>
            <a:t> – </a:t>
          </a:r>
        </a:p>
        <a:p>
          <a:pPr algn="ctr"/>
          <a:r>
            <a:rPr lang="en-US" sz="1400" dirty="0">
              <a:solidFill>
                <a:srgbClr val="509AC5"/>
              </a:solidFill>
              <a:latin typeface="IBM Plex Sans "/>
            </a:rPr>
            <a:t>Track progress and adjust quickly.</a:t>
          </a:r>
        </a:p>
      </dgm:t>
    </dgm:pt>
    <dgm:pt modelId="{37D8571C-F3F2-43B5-B970-77BA3BD868CB}" type="parTrans" cxnId="{72498E8E-CA45-4FBF-A32D-192087A08527}">
      <dgm:prSet/>
      <dgm:spPr/>
      <dgm:t>
        <a:bodyPr/>
        <a:lstStyle/>
        <a:p>
          <a:endParaRPr lang="en-US"/>
        </a:p>
      </dgm:t>
    </dgm:pt>
    <dgm:pt modelId="{1657DEC3-FF6C-4264-BB13-66920A63C89C}" type="sibTrans" cxnId="{72498E8E-CA45-4FBF-A32D-192087A08527}">
      <dgm:prSet/>
      <dgm:spPr>
        <a:solidFill>
          <a:srgbClr val="7CE1C7"/>
        </a:solidFill>
      </dgm:spPr>
      <dgm:t>
        <a:bodyPr/>
        <a:lstStyle/>
        <a:p>
          <a:endParaRPr lang="en-US"/>
        </a:p>
      </dgm:t>
    </dgm:pt>
    <dgm:pt modelId="{1A4CA3D1-1C85-49CF-B579-0604FE5B2F6A}">
      <dgm:prSet custT="1"/>
      <dgm:spPr>
        <a:solidFill>
          <a:srgbClr val="BFBFBF"/>
        </a:solidFill>
      </dgm:spPr>
      <dgm:t>
        <a:bodyPr/>
        <a:lstStyle/>
        <a:p>
          <a:r>
            <a:rPr lang="en-US" sz="1400" b="1" dirty="0">
              <a:solidFill>
                <a:srgbClr val="509AC5"/>
              </a:solidFill>
              <a:latin typeface="IBM Plex Sans "/>
            </a:rPr>
            <a:t>Reflect &amp; record</a:t>
          </a:r>
          <a:r>
            <a:rPr lang="en-US" sz="1400" dirty="0">
              <a:solidFill>
                <a:srgbClr val="509AC5"/>
              </a:solidFill>
              <a:latin typeface="IBM Plex Sans "/>
            </a:rPr>
            <a:t> –</a:t>
          </a:r>
          <a:br>
            <a:rPr lang="en-US" sz="1400" dirty="0">
              <a:solidFill>
                <a:srgbClr val="509AC5"/>
              </a:solidFill>
              <a:latin typeface="IBM Plex Sans "/>
            </a:rPr>
          </a:br>
          <a:r>
            <a:rPr lang="en-US" sz="1400" dirty="0">
              <a:solidFill>
                <a:srgbClr val="509AC5"/>
              </a:solidFill>
              <a:latin typeface="IBM Plex Sans "/>
            </a:rPr>
            <a:t>Capture insights for future cases.</a:t>
          </a:r>
        </a:p>
      </dgm:t>
    </dgm:pt>
    <dgm:pt modelId="{17FDF492-919D-44B5-B385-24644B5BFC46}" type="parTrans" cxnId="{48C09BD2-D23D-438E-87D7-A238961C5059}">
      <dgm:prSet/>
      <dgm:spPr/>
      <dgm:t>
        <a:bodyPr/>
        <a:lstStyle/>
        <a:p>
          <a:endParaRPr lang="en-US"/>
        </a:p>
      </dgm:t>
    </dgm:pt>
    <dgm:pt modelId="{2011CADA-4036-4ACF-9571-71CB9876B782}" type="sibTrans" cxnId="{48C09BD2-D23D-438E-87D7-A238961C5059}">
      <dgm:prSet/>
      <dgm:spPr/>
      <dgm:t>
        <a:bodyPr/>
        <a:lstStyle/>
        <a:p>
          <a:endParaRPr lang="en-US"/>
        </a:p>
      </dgm:t>
    </dgm:pt>
    <dgm:pt modelId="{034EB871-53CC-4304-8DA6-6F2E6B078146}" type="pres">
      <dgm:prSet presAssocID="{70C89231-1F0B-44BA-9E74-2F69745B43B0}" presName="Name0" presStyleCnt="0">
        <dgm:presLayoutVars>
          <dgm:dir/>
          <dgm:resizeHandles/>
        </dgm:presLayoutVars>
      </dgm:prSet>
      <dgm:spPr/>
    </dgm:pt>
    <dgm:pt modelId="{6774090E-337A-4B28-AB05-20F5026AA4B8}" type="pres">
      <dgm:prSet presAssocID="{035F6CAA-47E8-4075-AC82-08B1F45C9534}" presName="compNode" presStyleCnt="0"/>
      <dgm:spPr/>
    </dgm:pt>
    <dgm:pt modelId="{319A8D87-9B69-408B-9CB9-9A8D5667E94C}" type="pres">
      <dgm:prSet presAssocID="{035F6CAA-47E8-4075-AC82-08B1F45C9534}" presName="dummyConnPt" presStyleCnt="0"/>
      <dgm:spPr/>
    </dgm:pt>
    <dgm:pt modelId="{127F437D-FFD4-4C10-A943-E18CBE152A4E}" type="pres">
      <dgm:prSet presAssocID="{035F6CAA-47E8-4075-AC82-08B1F45C9534}" presName="node" presStyleLbl="node1" presStyleIdx="0" presStyleCnt="9">
        <dgm:presLayoutVars>
          <dgm:bulletEnabled val="1"/>
        </dgm:presLayoutVars>
      </dgm:prSet>
      <dgm:spPr/>
    </dgm:pt>
    <dgm:pt modelId="{6368C586-851A-4F3C-B95A-A1E297B657CD}" type="pres">
      <dgm:prSet presAssocID="{4BAC6C1E-C271-4ACF-BF33-51CEECC090D4}" presName="sibTrans" presStyleLbl="bgSibTrans2D1" presStyleIdx="0" presStyleCnt="8"/>
      <dgm:spPr/>
    </dgm:pt>
    <dgm:pt modelId="{CD1692F9-E5F4-4662-9F47-7A908379DEB3}" type="pres">
      <dgm:prSet presAssocID="{4983C8E6-A03A-40DE-BBA9-D89F889D0AA1}" presName="compNode" presStyleCnt="0"/>
      <dgm:spPr/>
    </dgm:pt>
    <dgm:pt modelId="{9FBE51AC-66B9-4F22-AC9F-0F26A959050E}" type="pres">
      <dgm:prSet presAssocID="{4983C8E6-A03A-40DE-BBA9-D89F889D0AA1}" presName="dummyConnPt" presStyleCnt="0"/>
      <dgm:spPr/>
    </dgm:pt>
    <dgm:pt modelId="{E367BCA2-A185-4C3C-B1DA-8F0F8D57AEE9}" type="pres">
      <dgm:prSet presAssocID="{4983C8E6-A03A-40DE-BBA9-D89F889D0AA1}" presName="node" presStyleLbl="node1" presStyleIdx="1" presStyleCnt="9">
        <dgm:presLayoutVars>
          <dgm:bulletEnabled val="1"/>
        </dgm:presLayoutVars>
      </dgm:prSet>
      <dgm:spPr/>
    </dgm:pt>
    <dgm:pt modelId="{C7BD93EC-3796-4A0D-9060-387806F5D0E2}" type="pres">
      <dgm:prSet presAssocID="{CD89D0A2-134E-43F7-876D-34D7084A7DBF}" presName="sibTrans" presStyleLbl="bgSibTrans2D1" presStyleIdx="1" presStyleCnt="8"/>
      <dgm:spPr/>
    </dgm:pt>
    <dgm:pt modelId="{F1F3BEC5-C19C-41F5-857F-B707D777D03C}" type="pres">
      <dgm:prSet presAssocID="{7233C95C-AB53-4AF9-B2D2-E054C65B8FFA}" presName="compNode" presStyleCnt="0"/>
      <dgm:spPr/>
    </dgm:pt>
    <dgm:pt modelId="{1E14E82E-8298-4B60-BFAE-7F0C5E0D3B9C}" type="pres">
      <dgm:prSet presAssocID="{7233C95C-AB53-4AF9-B2D2-E054C65B8FFA}" presName="dummyConnPt" presStyleCnt="0"/>
      <dgm:spPr/>
    </dgm:pt>
    <dgm:pt modelId="{28B51184-9CEA-4571-AF69-CC623E681537}" type="pres">
      <dgm:prSet presAssocID="{7233C95C-AB53-4AF9-B2D2-E054C65B8FFA}" presName="node" presStyleLbl="node1" presStyleIdx="2" presStyleCnt="9">
        <dgm:presLayoutVars>
          <dgm:bulletEnabled val="1"/>
        </dgm:presLayoutVars>
      </dgm:prSet>
      <dgm:spPr/>
    </dgm:pt>
    <dgm:pt modelId="{7F4C5AF7-EAB9-41E3-B7BB-0A4EBB534FE4}" type="pres">
      <dgm:prSet presAssocID="{B75534F1-A060-4154-AE47-0032E36B027A}" presName="sibTrans" presStyleLbl="bgSibTrans2D1" presStyleIdx="2" presStyleCnt="8"/>
      <dgm:spPr/>
    </dgm:pt>
    <dgm:pt modelId="{578A0A34-49DF-4267-A44E-0F66EC738CF0}" type="pres">
      <dgm:prSet presAssocID="{BBFF9BA9-0F2C-4BB2-B1CB-7D8E41CEB549}" presName="compNode" presStyleCnt="0"/>
      <dgm:spPr/>
    </dgm:pt>
    <dgm:pt modelId="{8B67F76F-4B4E-42EA-9362-04F239806857}" type="pres">
      <dgm:prSet presAssocID="{BBFF9BA9-0F2C-4BB2-B1CB-7D8E41CEB549}" presName="dummyConnPt" presStyleCnt="0"/>
      <dgm:spPr/>
    </dgm:pt>
    <dgm:pt modelId="{D3CB8CB3-C29C-433A-884E-2646B498F5C6}" type="pres">
      <dgm:prSet presAssocID="{BBFF9BA9-0F2C-4BB2-B1CB-7D8E41CEB549}" presName="node" presStyleLbl="node1" presStyleIdx="3" presStyleCnt="9">
        <dgm:presLayoutVars>
          <dgm:bulletEnabled val="1"/>
        </dgm:presLayoutVars>
      </dgm:prSet>
      <dgm:spPr/>
    </dgm:pt>
    <dgm:pt modelId="{BA353CFE-D3F8-4D77-BADB-3BA68A5CE97E}" type="pres">
      <dgm:prSet presAssocID="{3D1F6A12-0D0D-46DA-B156-BE1CD38E0EB6}" presName="sibTrans" presStyleLbl="bgSibTrans2D1" presStyleIdx="3" presStyleCnt="8"/>
      <dgm:spPr/>
    </dgm:pt>
    <dgm:pt modelId="{48578C9D-1F05-4021-A6AB-1247B0E67CE9}" type="pres">
      <dgm:prSet presAssocID="{98088802-290E-4FAC-9E7A-638A055CE66B}" presName="compNode" presStyleCnt="0"/>
      <dgm:spPr/>
    </dgm:pt>
    <dgm:pt modelId="{AA24B8C7-CDB9-4884-92DD-7918C3DD35B7}" type="pres">
      <dgm:prSet presAssocID="{98088802-290E-4FAC-9E7A-638A055CE66B}" presName="dummyConnPt" presStyleCnt="0"/>
      <dgm:spPr/>
    </dgm:pt>
    <dgm:pt modelId="{90F10FEC-6599-472B-A733-F47C452DB0BC}" type="pres">
      <dgm:prSet presAssocID="{98088802-290E-4FAC-9E7A-638A055CE66B}" presName="node" presStyleLbl="node1" presStyleIdx="4" presStyleCnt="9">
        <dgm:presLayoutVars>
          <dgm:bulletEnabled val="1"/>
        </dgm:presLayoutVars>
      </dgm:prSet>
      <dgm:spPr/>
    </dgm:pt>
    <dgm:pt modelId="{4FF11804-30B6-4194-B260-14860A6A1707}" type="pres">
      <dgm:prSet presAssocID="{3671DAA9-61CF-4DA9-8E74-5809C740154B}" presName="sibTrans" presStyleLbl="bgSibTrans2D1" presStyleIdx="4" presStyleCnt="8"/>
      <dgm:spPr/>
    </dgm:pt>
    <dgm:pt modelId="{706F362B-6396-4E57-B2E9-AF5E740F8B4D}" type="pres">
      <dgm:prSet presAssocID="{474889BD-DFF1-4A06-8548-449D3BACE9DE}" presName="compNode" presStyleCnt="0"/>
      <dgm:spPr/>
    </dgm:pt>
    <dgm:pt modelId="{78FBB471-1F07-4A74-BD6C-5873BC88FD83}" type="pres">
      <dgm:prSet presAssocID="{474889BD-DFF1-4A06-8548-449D3BACE9DE}" presName="dummyConnPt" presStyleCnt="0"/>
      <dgm:spPr/>
    </dgm:pt>
    <dgm:pt modelId="{D92B4AF0-EA15-408A-92D3-DCF066BE40F2}" type="pres">
      <dgm:prSet presAssocID="{474889BD-DFF1-4A06-8548-449D3BACE9DE}" presName="node" presStyleLbl="node1" presStyleIdx="5" presStyleCnt="9">
        <dgm:presLayoutVars>
          <dgm:bulletEnabled val="1"/>
        </dgm:presLayoutVars>
      </dgm:prSet>
      <dgm:spPr/>
    </dgm:pt>
    <dgm:pt modelId="{9DF159ED-2037-4E24-A906-D8B1C5DA6BE4}" type="pres">
      <dgm:prSet presAssocID="{3C376467-EFA6-4CB4-A45E-97B3C49B4A64}" presName="sibTrans" presStyleLbl="bgSibTrans2D1" presStyleIdx="5" presStyleCnt="8"/>
      <dgm:spPr/>
    </dgm:pt>
    <dgm:pt modelId="{4413F509-8B1A-48A4-8919-782F388EFDA7}" type="pres">
      <dgm:prSet presAssocID="{E8D05D91-6F67-40E6-A8E4-8CDF6DBBFDB8}" presName="compNode" presStyleCnt="0"/>
      <dgm:spPr/>
    </dgm:pt>
    <dgm:pt modelId="{C7064CB4-E9C8-4E70-B7FB-F936715E9310}" type="pres">
      <dgm:prSet presAssocID="{E8D05D91-6F67-40E6-A8E4-8CDF6DBBFDB8}" presName="dummyConnPt" presStyleCnt="0"/>
      <dgm:spPr/>
    </dgm:pt>
    <dgm:pt modelId="{52C424A6-D95E-480D-9A37-4B2EF7E71FC1}" type="pres">
      <dgm:prSet presAssocID="{E8D05D91-6F67-40E6-A8E4-8CDF6DBBFDB8}" presName="node" presStyleLbl="node1" presStyleIdx="6" presStyleCnt="9">
        <dgm:presLayoutVars>
          <dgm:bulletEnabled val="1"/>
        </dgm:presLayoutVars>
      </dgm:prSet>
      <dgm:spPr/>
    </dgm:pt>
    <dgm:pt modelId="{AD186301-26B4-490F-AD65-C79DCF3E6349}" type="pres">
      <dgm:prSet presAssocID="{BF6EC5D0-C883-4298-B269-0495A2C82360}" presName="sibTrans" presStyleLbl="bgSibTrans2D1" presStyleIdx="6" presStyleCnt="8"/>
      <dgm:spPr/>
    </dgm:pt>
    <dgm:pt modelId="{522EF9C6-4ED1-4344-A0BA-09931A6C3684}" type="pres">
      <dgm:prSet presAssocID="{325A3B99-1051-453B-B1FD-6D6444054615}" presName="compNode" presStyleCnt="0"/>
      <dgm:spPr/>
    </dgm:pt>
    <dgm:pt modelId="{506581D3-DF78-419A-BDD4-F662A1EAA73A}" type="pres">
      <dgm:prSet presAssocID="{325A3B99-1051-453B-B1FD-6D6444054615}" presName="dummyConnPt" presStyleCnt="0"/>
      <dgm:spPr/>
    </dgm:pt>
    <dgm:pt modelId="{DC74A482-113F-4FF6-82C5-5DB5D3F0F3E3}" type="pres">
      <dgm:prSet presAssocID="{325A3B99-1051-453B-B1FD-6D6444054615}" presName="node" presStyleLbl="node1" presStyleIdx="7" presStyleCnt="9">
        <dgm:presLayoutVars>
          <dgm:bulletEnabled val="1"/>
        </dgm:presLayoutVars>
      </dgm:prSet>
      <dgm:spPr/>
    </dgm:pt>
    <dgm:pt modelId="{4855A126-03EA-4722-BFBE-0F764789D8BB}" type="pres">
      <dgm:prSet presAssocID="{1657DEC3-FF6C-4264-BB13-66920A63C89C}" presName="sibTrans" presStyleLbl="bgSibTrans2D1" presStyleIdx="7" presStyleCnt="8"/>
      <dgm:spPr/>
    </dgm:pt>
    <dgm:pt modelId="{86183717-967B-494F-9A2D-C206BD3D106B}" type="pres">
      <dgm:prSet presAssocID="{1A4CA3D1-1C85-49CF-B579-0604FE5B2F6A}" presName="compNode" presStyleCnt="0"/>
      <dgm:spPr/>
    </dgm:pt>
    <dgm:pt modelId="{887B20D4-4874-4004-B0B3-1E0134428AEA}" type="pres">
      <dgm:prSet presAssocID="{1A4CA3D1-1C85-49CF-B579-0604FE5B2F6A}" presName="dummyConnPt" presStyleCnt="0"/>
      <dgm:spPr/>
    </dgm:pt>
    <dgm:pt modelId="{4F118941-29D4-4CEE-B612-5879FFFCB019}" type="pres">
      <dgm:prSet presAssocID="{1A4CA3D1-1C85-49CF-B579-0604FE5B2F6A}" presName="node" presStyleLbl="node1" presStyleIdx="8" presStyleCnt="9">
        <dgm:presLayoutVars>
          <dgm:bulletEnabled val="1"/>
        </dgm:presLayoutVars>
      </dgm:prSet>
      <dgm:spPr/>
    </dgm:pt>
  </dgm:ptLst>
  <dgm:cxnLst>
    <dgm:cxn modelId="{4E2F020E-F28D-4090-99BB-B6408E93D10D}" type="presOf" srcId="{3C376467-EFA6-4CB4-A45E-97B3C49B4A64}" destId="{9DF159ED-2037-4E24-A906-D8B1C5DA6BE4}" srcOrd="0" destOrd="0" presId="urn:microsoft.com/office/officeart/2005/8/layout/bProcess4"/>
    <dgm:cxn modelId="{BB0CA810-FE8F-4699-AD0C-312D437BE106}" type="presOf" srcId="{7233C95C-AB53-4AF9-B2D2-E054C65B8FFA}" destId="{28B51184-9CEA-4571-AF69-CC623E681537}" srcOrd="0" destOrd="0" presId="urn:microsoft.com/office/officeart/2005/8/layout/bProcess4"/>
    <dgm:cxn modelId="{00746E21-4D01-461B-A123-3CBF45D57ED3}" type="presOf" srcId="{70C89231-1F0B-44BA-9E74-2F69745B43B0}" destId="{034EB871-53CC-4304-8DA6-6F2E6B078146}" srcOrd="0" destOrd="0" presId="urn:microsoft.com/office/officeart/2005/8/layout/bProcess4"/>
    <dgm:cxn modelId="{8D3FE333-99F4-4BD7-89B1-64B528CC5CFC}" type="presOf" srcId="{CD89D0A2-134E-43F7-876D-34D7084A7DBF}" destId="{C7BD93EC-3796-4A0D-9060-387806F5D0E2}" srcOrd="0" destOrd="0" presId="urn:microsoft.com/office/officeart/2005/8/layout/bProcess4"/>
    <dgm:cxn modelId="{B3C94034-2966-4C94-A922-1B0587BB6891}" type="presOf" srcId="{1657DEC3-FF6C-4264-BB13-66920A63C89C}" destId="{4855A126-03EA-4722-BFBE-0F764789D8BB}" srcOrd="0" destOrd="0" presId="urn:microsoft.com/office/officeart/2005/8/layout/bProcess4"/>
    <dgm:cxn modelId="{0F11A640-4287-4D82-B08B-C8DE21D5C3F1}" srcId="{70C89231-1F0B-44BA-9E74-2F69745B43B0}" destId="{98088802-290E-4FAC-9E7A-638A055CE66B}" srcOrd="4" destOrd="0" parTransId="{75E93C78-EABA-4F97-9DF8-6A44FE8628C6}" sibTransId="{3671DAA9-61CF-4DA9-8E74-5809C740154B}"/>
    <dgm:cxn modelId="{872E3C5D-FD3C-4BA2-958A-8A9B927356B5}" type="presOf" srcId="{325A3B99-1051-453B-B1FD-6D6444054615}" destId="{DC74A482-113F-4FF6-82C5-5DB5D3F0F3E3}" srcOrd="0" destOrd="0" presId="urn:microsoft.com/office/officeart/2005/8/layout/bProcess4"/>
    <dgm:cxn modelId="{FAE7A344-2861-4982-B8D2-59A6F416D1E1}" type="presOf" srcId="{474889BD-DFF1-4A06-8548-449D3BACE9DE}" destId="{D92B4AF0-EA15-408A-92D3-DCF066BE40F2}" srcOrd="0" destOrd="0" presId="urn:microsoft.com/office/officeart/2005/8/layout/bProcess4"/>
    <dgm:cxn modelId="{B3223B4A-39B9-4566-A7ED-2D9BD7CD1A84}" type="presOf" srcId="{4983C8E6-A03A-40DE-BBA9-D89F889D0AA1}" destId="{E367BCA2-A185-4C3C-B1DA-8F0F8D57AEE9}" srcOrd="0" destOrd="0" presId="urn:microsoft.com/office/officeart/2005/8/layout/bProcess4"/>
    <dgm:cxn modelId="{15EED471-A884-4CB8-8DF9-C510462DEF0C}" type="presOf" srcId="{3D1F6A12-0D0D-46DA-B156-BE1CD38E0EB6}" destId="{BA353CFE-D3F8-4D77-BADB-3BA68A5CE97E}" srcOrd="0" destOrd="0" presId="urn:microsoft.com/office/officeart/2005/8/layout/bProcess4"/>
    <dgm:cxn modelId="{4C9C2A7A-03EA-41AB-9FE3-4BF5CD0C4598}" type="presOf" srcId="{98088802-290E-4FAC-9E7A-638A055CE66B}" destId="{90F10FEC-6599-472B-A733-F47C452DB0BC}" srcOrd="0" destOrd="0" presId="urn:microsoft.com/office/officeart/2005/8/layout/bProcess4"/>
    <dgm:cxn modelId="{72498E8E-CA45-4FBF-A32D-192087A08527}" srcId="{70C89231-1F0B-44BA-9E74-2F69745B43B0}" destId="{325A3B99-1051-453B-B1FD-6D6444054615}" srcOrd="7" destOrd="0" parTransId="{37D8571C-F3F2-43B5-B970-77BA3BD868CB}" sibTransId="{1657DEC3-FF6C-4264-BB13-66920A63C89C}"/>
    <dgm:cxn modelId="{A0E2E393-3C00-4508-A04A-514B82983267}" type="presOf" srcId="{4BAC6C1E-C271-4ACF-BF33-51CEECC090D4}" destId="{6368C586-851A-4F3C-B95A-A1E297B657CD}" srcOrd="0" destOrd="0" presId="urn:microsoft.com/office/officeart/2005/8/layout/bProcess4"/>
    <dgm:cxn modelId="{15F1B39F-D438-4780-A031-ADB7EC1EE384}" srcId="{70C89231-1F0B-44BA-9E74-2F69745B43B0}" destId="{035F6CAA-47E8-4075-AC82-08B1F45C9534}" srcOrd="0" destOrd="0" parTransId="{117B4560-1398-4CC8-A8A5-F0F478D089C5}" sibTransId="{4BAC6C1E-C271-4ACF-BF33-51CEECC090D4}"/>
    <dgm:cxn modelId="{B3E25CA1-5AD0-4DC5-9A0A-9BD944DBF476}" type="presOf" srcId="{E8D05D91-6F67-40E6-A8E4-8CDF6DBBFDB8}" destId="{52C424A6-D95E-480D-9A37-4B2EF7E71FC1}" srcOrd="0" destOrd="0" presId="urn:microsoft.com/office/officeart/2005/8/layout/bProcess4"/>
    <dgm:cxn modelId="{6089E6C0-3303-49A3-AC78-172A05CE6424}" type="presOf" srcId="{BF6EC5D0-C883-4298-B269-0495A2C82360}" destId="{AD186301-26B4-490F-AD65-C79DCF3E6349}" srcOrd="0" destOrd="0" presId="urn:microsoft.com/office/officeart/2005/8/layout/bProcess4"/>
    <dgm:cxn modelId="{9412C0C3-4145-4B20-B284-B32474239F25}" type="presOf" srcId="{BBFF9BA9-0F2C-4BB2-B1CB-7D8E41CEB549}" destId="{D3CB8CB3-C29C-433A-884E-2646B498F5C6}" srcOrd="0" destOrd="0" presId="urn:microsoft.com/office/officeart/2005/8/layout/bProcess4"/>
    <dgm:cxn modelId="{1E5671C4-1852-4FDF-A280-11CE91DEA09A}" srcId="{70C89231-1F0B-44BA-9E74-2F69745B43B0}" destId="{474889BD-DFF1-4A06-8548-449D3BACE9DE}" srcOrd="5" destOrd="0" parTransId="{340A1F00-5170-4708-93C5-93F8276A0371}" sibTransId="{3C376467-EFA6-4CB4-A45E-97B3C49B4A64}"/>
    <dgm:cxn modelId="{B79180C9-821A-474F-BEC1-10DA81D8BD33}" srcId="{70C89231-1F0B-44BA-9E74-2F69745B43B0}" destId="{E8D05D91-6F67-40E6-A8E4-8CDF6DBBFDB8}" srcOrd="6" destOrd="0" parTransId="{86CB4743-16AA-4670-AB3F-F26FA25F4986}" sibTransId="{BF6EC5D0-C883-4298-B269-0495A2C82360}"/>
    <dgm:cxn modelId="{62E0B0CB-BDCC-460E-A3AC-88F003977538}" type="presOf" srcId="{B75534F1-A060-4154-AE47-0032E36B027A}" destId="{7F4C5AF7-EAB9-41E3-B7BB-0A4EBB534FE4}" srcOrd="0" destOrd="0" presId="urn:microsoft.com/office/officeart/2005/8/layout/bProcess4"/>
    <dgm:cxn modelId="{CB6FECCD-2148-48FB-B3C0-D058282D19FA}" type="presOf" srcId="{035F6CAA-47E8-4075-AC82-08B1F45C9534}" destId="{127F437D-FFD4-4C10-A943-E18CBE152A4E}" srcOrd="0" destOrd="0" presId="urn:microsoft.com/office/officeart/2005/8/layout/bProcess4"/>
    <dgm:cxn modelId="{48C09BD2-D23D-438E-87D7-A238961C5059}" srcId="{70C89231-1F0B-44BA-9E74-2F69745B43B0}" destId="{1A4CA3D1-1C85-49CF-B579-0604FE5B2F6A}" srcOrd="8" destOrd="0" parTransId="{17FDF492-919D-44B5-B385-24644B5BFC46}" sibTransId="{2011CADA-4036-4ACF-9571-71CB9876B782}"/>
    <dgm:cxn modelId="{1C4E74D6-FC97-44B0-94CA-765A05CBC676}" type="presOf" srcId="{3671DAA9-61CF-4DA9-8E74-5809C740154B}" destId="{4FF11804-30B6-4194-B260-14860A6A1707}" srcOrd="0" destOrd="0" presId="urn:microsoft.com/office/officeart/2005/8/layout/bProcess4"/>
    <dgm:cxn modelId="{021CFDDE-2B83-44B6-BFFC-8AF5AB15B5DC}" type="presOf" srcId="{1A4CA3D1-1C85-49CF-B579-0604FE5B2F6A}" destId="{4F118941-29D4-4CEE-B612-5879FFFCB019}" srcOrd="0" destOrd="0" presId="urn:microsoft.com/office/officeart/2005/8/layout/bProcess4"/>
    <dgm:cxn modelId="{719920E3-DE7B-4DAD-9E0C-9D0C722B8555}" srcId="{70C89231-1F0B-44BA-9E74-2F69745B43B0}" destId="{7233C95C-AB53-4AF9-B2D2-E054C65B8FFA}" srcOrd="2" destOrd="0" parTransId="{6F4BC102-350E-498D-9F0D-7D774093D4A4}" sibTransId="{B75534F1-A060-4154-AE47-0032E36B027A}"/>
    <dgm:cxn modelId="{DFCF9DE3-087F-4130-AB89-568170EEB8DB}" srcId="{70C89231-1F0B-44BA-9E74-2F69745B43B0}" destId="{4983C8E6-A03A-40DE-BBA9-D89F889D0AA1}" srcOrd="1" destOrd="0" parTransId="{C070F3C6-8F5D-40B7-8C3E-8F53BE8C3DD2}" sibTransId="{CD89D0A2-134E-43F7-876D-34D7084A7DBF}"/>
    <dgm:cxn modelId="{7EF085EC-C9BF-4D97-9744-C67B096BACFF}" srcId="{70C89231-1F0B-44BA-9E74-2F69745B43B0}" destId="{BBFF9BA9-0F2C-4BB2-B1CB-7D8E41CEB549}" srcOrd="3" destOrd="0" parTransId="{648CD48F-D7BD-4223-99A1-24DC14D9422B}" sibTransId="{3D1F6A12-0D0D-46DA-B156-BE1CD38E0EB6}"/>
    <dgm:cxn modelId="{3A5C1810-ABDE-40EA-9388-9AFFB8ED834C}" type="presParOf" srcId="{034EB871-53CC-4304-8DA6-6F2E6B078146}" destId="{6774090E-337A-4B28-AB05-20F5026AA4B8}" srcOrd="0" destOrd="0" presId="urn:microsoft.com/office/officeart/2005/8/layout/bProcess4"/>
    <dgm:cxn modelId="{3A3CCA9B-8790-4CEB-B72C-184B3494009E}" type="presParOf" srcId="{6774090E-337A-4B28-AB05-20F5026AA4B8}" destId="{319A8D87-9B69-408B-9CB9-9A8D5667E94C}" srcOrd="0" destOrd="0" presId="urn:microsoft.com/office/officeart/2005/8/layout/bProcess4"/>
    <dgm:cxn modelId="{D39410FA-6894-4620-8494-382C5EDCEEBD}" type="presParOf" srcId="{6774090E-337A-4B28-AB05-20F5026AA4B8}" destId="{127F437D-FFD4-4C10-A943-E18CBE152A4E}" srcOrd="1" destOrd="0" presId="urn:microsoft.com/office/officeart/2005/8/layout/bProcess4"/>
    <dgm:cxn modelId="{C1185BE1-A0B0-4F2B-8A40-1D6BA43F3DBE}" type="presParOf" srcId="{034EB871-53CC-4304-8DA6-6F2E6B078146}" destId="{6368C586-851A-4F3C-B95A-A1E297B657CD}" srcOrd="1" destOrd="0" presId="urn:microsoft.com/office/officeart/2005/8/layout/bProcess4"/>
    <dgm:cxn modelId="{0E5FFAED-6807-4E3D-9564-FDA52A682798}" type="presParOf" srcId="{034EB871-53CC-4304-8DA6-6F2E6B078146}" destId="{CD1692F9-E5F4-4662-9F47-7A908379DEB3}" srcOrd="2" destOrd="0" presId="urn:microsoft.com/office/officeart/2005/8/layout/bProcess4"/>
    <dgm:cxn modelId="{5F9E4A9C-5890-4095-AE57-0D15B378D8A8}" type="presParOf" srcId="{CD1692F9-E5F4-4662-9F47-7A908379DEB3}" destId="{9FBE51AC-66B9-4F22-AC9F-0F26A959050E}" srcOrd="0" destOrd="0" presId="urn:microsoft.com/office/officeart/2005/8/layout/bProcess4"/>
    <dgm:cxn modelId="{D6E2416E-4711-405D-B9EC-670E74562CFF}" type="presParOf" srcId="{CD1692F9-E5F4-4662-9F47-7A908379DEB3}" destId="{E367BCA2-A185-4C3C-B1DA-8F0F8D57AEE9}" srcOrd="1" destOrd="0" presId="urn:microsoft.com/office/officeart/2005/8/layout/bProcess4"/>
    <dgm:cxn modelId="{57736DD3-95C9-43D8-AA9C-2C6814BF8A29}" type="presParOf" srcId="{034EB871-53CC-4304-8DA6-6F2E6B078146}" destId="{C7BD93EC-3796-4A0D-9060-387806F5D0E2}" srcOrd="3" destOrd="0" presId="urn:microsoft.com/office/officeart/2005/8/layout/bProcess4"/>
    <dgm:cxn modelId="{460863A7-788D-4673-91B9-BDF4F43A2ED4}" type="presParOf" srcId="{034EB871-53CC-4304-8DA6-6F2E6B078146}" destId="{F1F3BEC5-C19C-41F5-857F-B707D777D03C}" srcOrd="4" destOrd="0" presId="urn:microsoft.com/office/officeart/2005/8/layout/bProcess4"/>
    <dgm:cxn modelId="{EB05F7DE-4911-43B8-96DF-47F1E06912C2}" type="presParOf" srcId="{F1F3BEC5-C19C-41F5-857F-B707D777D03C}" destId="{1E14E82E-8298-4B60-BFAE-7F0C5E0D3B9C}" srcOrd="0" destOrd="0" presId="urn:microsoft.com/office/officeart/2005/8/layout/bProcess4"/>
    <dgm:cxn modelId="{480E5AB0-5D15-4336-8864-7374C62B8299}" type="presParOf" srcId="{F1F3BEC5-C19C-41F5-857F-B707D777D03C}" destId="{28B51184-9CEA-4571-AF69-CC623E681537}" srcOrd="1" destOrd="0" presId="urn:microsoft.com/office/officeart/2005/8/layout/bProcess4"/>
    <dgm:cxn modelId="{C70B1411-E8D2-4861-83E3-ACAB9A340B13}" type="presParOf" srcId="{034EB871-53CC-4304-8DA6-6F2E6B078146}" destId="{7F4C5AF7-EAB9-41E3-B7BB-0A4EBB534FE4}" srcOrd="5" destOrd="0" presId="urn:microsoft.com/office/officeart/2005/8/layout/bProcess4"/>
    <dgm:cxn modelId="{C28C091D-4A15-4E07-AD12-AA05AA490CF6}" type="presParOf" srcId="{034EB871-53CC-4304-8DA6-6F2E6B078146}" destId="{578A0A34-49DF-4267-A44E-0F66EC738CF0}" srcOrd="6" destOrd="0" presId="urn:microsoft.com/office/officeart/2005/8/layout/bProcess4"/>
    <dgm:cxn modelId="{A17B36ED-502A-476F-B29D-4C49C2DB20B1}" type="presParOf" srcId="{578A0A34-49DF-4267-A44E-0F66EC738CF0}" destId="{8B67F76F-4B4E-42EA-9362-04F239806857}" srcOrd="0" destOrd="0" presId="urn:microsoft.com/office/officeart/2005/8/layout/bProcess4"/>
    <dgm:cxn modelId="{C85ACE8B-4146-4117-8AC0-D7AFC70576D3}" type="presParOf" srcId="{578A0A34-49DF-4267-A44E-0F66EC738CF0}" destId="{D3CB8CB3-C29C-433A-884E-2646B498F5C6}" srcOrd="1" destOrd="0" presId="urn:microsoft.com/office/officeart/2005/8/layout/bProcess4"/>
    <dgm:cxn modelId="{D77DD1D4-CD26-4A4A-B910-A20C4B98FFDD}" type="presParOf" srcId="{034EB871-53CC-4304-8DA6-6F2E6B078146}" destId="{BA353CFE-D3F8-4D77-BADB-3BA68A5CE97E}" srcOrd="7" destOrd="0" presId="urn:microsoft.com/office/officeart/2005/8/layout/bProcess4"/>
    <dgm:cxn modelId="{D6054C45-6B8F-4C7D-BDF8-CEB1B70F0C16}" type="presParOf" srcId="{034EB871-53CC-4304-8DA6-6F2E6B078146}" destId="{48578C9D-1F05-4021-A6AB-1247B0E67CE9}" srcOrd="8" destOrd="0" presId="urn:microsoft.com/office/officeart/2005/8/layout/bProcess4"/>
    <dgm:cxn modelId="{97BDAC1A-5C5A-4CB9-9BC4-28F3BD5ADBD0}" type="presParOf" srcId="{48578C9D-1F05-4021-A6AB-1247B0E67CE9}" destId="{AA24B8C7-CDB9-4884-92DD-7918C3DD35B7}" srcOrd="0" destOrd="0" presId="urn:microsoft.com/office/officeart/2005/8/layout/bProcess4"/>
    <dgm:cxn modelId="{63F5C95D-950D-4909-9CCB-B49B522B9FF0}" type="presParOf" srcId="{48578C9D-1F05-4021-A6AB-1247B0E67CE9}" destId="{90F10FEC-6599-472B-A733-F47C452DB0BC}" srcOrd="1" destOrd="0" presId="urn:microsoft.com/office/officeart/2005/8/layout/bProcess4"/>
    <dgm:cxn modelId="{38420FF2-5C8D-4A76-A326-199F0FEEC49B}" type="presParOf" srcId="{034EB871-53CC-4304-8DA6-6F2E6B078146}" destId="{4FF11804-30B6-4194-B260-14860A6A1707}" srcOrd="9" destOrd="0" presId="urn:microsoft.com/office/officeart/2005/8/layout/bProcess4"/>
    <dgm:cxn modelId="{DFAA558D-4592-44E1-9687-B6BF7A0B1FCC}" type="presParOf" srcId="{034EB871-53CC-4304-8DA6-6F2E6B078146}" destId="{706F362B-6396-4E57-B2E9-AF5E740F8B4D}" srcOrd="10" destOrd="0" presId="urn:microsoft.com/office/officeart/2005/8/layout/bProcess4"/>
    <dgm:cxn modelId="{D4FACF06-1071-46D8-B277-83A41EBE6D8B}" type="presParOf" srcId="{706F362B-6396-4E57-B2E9-AF5E740F8B4D}" destId="{78FBB471-1F07-4A74-BD6C-5873BC88FD83}" srcOrd="0" destOrd="0" presId="urn:microsoft.com/office/officeart/2005/8/layout/bProcess4"/>
    <dgm:cxn modelId="{68827CEF-DB21-4FF6-BD0E-A6B8670EB21A}" type="presParOf" srcId="{706F362B-6396-4E57-B2E9-AF5E740F8B4D}" destId="{D92B4AF0-EA15-408A-92D3-DCF066BE40F2}" srcOrd="1" destOrd="0" presId="urn:microsoft.com/office/officeart/2005/8/layout/bProcess4"/>
    <dgm:cxn modelId="{458B53E2-1EAB-48C5-BA3B-2628332049D7}" type="presParOf" srcId="{034EB871-53CC-4304-8DA6-6F2E6B078146}" destId="{9DF159ED-2037-4E24-A906-D8B1C5DA6BE4}" srcOrd="11" destOrd="0" presId="urn:microsoft.com/office/officeart/2005/8/layout/bProcess4"/>
    <dgm:cxn modelId="{1B040751-86E4-48F8-8361-C15E0C839F22}" type="presParOf" srcId="{034EB871-53CC-4304-8DA6-6F2E6B078146}" destId="{4413F509-8B1A-48A4-8919-782F388EFDA7}" srcOrd="12" destOrd="0" presId="urn:microsoft.com/office/officeart/2005/8/layout/bProcess4"/>
    <dgm:cxn modelId="{C71E8B0F-FDC9-4C8B-96DF-D02A63ACFDED}" type="presParOf" srcId="{4413F509-8B1A-48A4-8919-782F388EFDA7}" destId="{C7064CB4-E9C8-4E70-B7FB-F936715E9310}" srcOrd="0" destOrd="0" presId="urn:microsoft.com/office/officeart/2005/8/layout/bProcess4"/>
    <dgm:cxn modelId="{E4B838F2-1116-46DD-9C88-47D14CF118DE}" type="presParOf" srcId="{4413F509-8B1A-48A4-8919-782F388EFDA7}" destId="{52C424A6-D95E-480D-9A37-4B2EF7E71FC1}" srcOrd="1" destOrd="0" presId="urn:microsoft.com/office/officeart/2005/8/layout/bProcess4"/>
    <dgm:cxn modelId="{67442641-A7C6-49F6-A310-28F80811137A}" type="presParOf" srcId="{034EB871-53CC-4304-8DA6-6F2E6B078146}" destId="{AD186301-26B4-490F-AD65-C79DCF3E6349}" srcOrd="13" destOrd="0" presId="urn:microsoft.com/office/officeart/2005/8/layout/bProcess4"/>
    <dgm:cxn modelId="{26C053C0-154E-4CB9-A710-A78A692F8247}" type="presParOf" srcId="{034EB871-53CC-4304-8DA6-6F2E6B078146}" destId="{522EF9C6-4ED1-4344-A0BA-09931A6C3684}" srcOrd="14" destOrd="0" presId="urn:microsoft.com/office/officeart/2005/8/layout/bProcess4"/>
    <dgm:cxn modelId="{134AB45C-66A8-4633-838A-E5B8493DFD11}" type="presParOf" srcId="{522EF9C6-4ED1-4344-A0BA-09931A6C3684}" destId="{506581D3-DF78-419A-BDD4-F662A1EAA73A}" srcOrd="0" destOrd="0" presId="urn:microsoft.com/office/officeart/2005/8/layout/bProcess4"/>
    <dgm:cxn modelId="{88D8AB68-5D03-4E7A-9FAF-6C18507D63FE}" type="presParOf" srcId="{522EF9C6-4ED1-4344-A0BA-09931A6C3684}" destId="{DC74A482-113F-4FF6-82C5-5DB5D3F0F3E3}" srcOrd="1" destOrd="0" presId="urn:microsoft.com/office/officeart/2005/8/layout/bProcess4"/>
    <dgm:cxn modelId="{1C29FE48-221B-40EA-B1E4-D3397614F198}" type="presParOf" srcId="{034EB871-53CC-4304-8DA6-6F2E6B078146}" destId="{4855A126-03EA-4722-BFBE-0F764789D8BB}" srcOrd="15" destOrd="0" presId="urn:microsoft.com/office/officeart/2005/8/layout/bProcess4"/>
    <dgm:cxn modelId="{35AB16A7-278C-4D9E-8552-CCF870DB965F}" type="presParOf" srcId="{034EB871-53CC-4304-8DA6-6F2E6B078146}" destId="{86183717-967B-494F-9A2D-C206BD3D106B}" srcOrd="16" destOrd="0" presId="urn:microsoft.com/office/officeart/2005/8/layout/bProcess4"/>
    <dgm:cxn modelId="{987FB1D9-816D-4FD8-966F-1266279EE369}" type="presParOf" srcId="{86183717-967B-494F-9A2D-C206BD3D106B}" destId="{887B20D4-4874-4004-B0B3-1E0134428AEA}" srcOrd="0" destOrd="0" presId="urn:microsoft.com/office/officeart/2005/8/layout/bProcess4"/>
    <dgm:cxn modelId="{5221CE53-D60A-460D-B14B-E817ECA915DB}" type="presParOf" srcId="{86183717-967B-494F-9A2D-C206BD3D106B}" destId="{4F118941-29D4-4CEE-B612-5879FFFCB019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68C586-851A-4F3C-B95A-A1E297B657CD}">
      <dsp:nvSpPr>
        <dsp:cNvPr id="0" name=""/>
        <dsp:cNvSpPr/>
      </dsp:nvSpPr>
      <dsp:spPr>
        <a:xfrm rot="5400000">
          <a:off x="15387" y="1078791"/>
          <a:ext cx="1685199" cy="203299"/>
        </a:xfrm>
        <a:prstGeom prst="rect">
          <a:avLst/>
        </a:prstGeom>
        <a:solidFill>
          <a:srgbClr val="7CE1C7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7F437D-FFD4-4C10-A943-E18CBE152A4E}">
      <dsp:nvSpPr>
        <dsp:cNvPr id="0" name=""/>
        <dsp:cNvSpPr/>
      </dsp:nvSpPr>
      <dsp:spPr>
        <a:xfrm>
          <a:off x="401727" y="1338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solidFill>
                <a:srgbClr val="509AAF"/>
              </a:solidFill>
              <a:latin typeface="IBM Plex Sans "/>
            </a:rPr>
            <a:t>Clarify the issue</a:t>
          </a:r>
          <a:r>
            <a:rPr lang="en-US" sz="1400" kern="1200" dirty="0">
              <a:solidFill>
                <a:srgbClr val="509AAF"/>
              </a:solidFill>
              <a:latin typeface="IBM Plex Sans "/>
            </a:rPr>
            <a:t> – </a:t>
          </a:r>
          <a:br>
            <a:rPr lang="en-US" sz="1400" kern="1200" dirty="0">
              <a:solidFill>
                <a:srgbClr val="509AAF"/>
              </a:solidFill>
              <a:latin typeface="IBM Plex Sans "/>
            </a:rPr>
          </a:br>
          <a:r>
            <a:rPr lang="en-US" sz="1400" kern="1200" dirty="0">
              <a:solidFill>
                <a:srgbClr val="509AAF"/>
              </a:solidFill>
              <a:latin typeface="IBM Plex Sans "/>
            </a:rPr>
            <a:t>Ensure everyone understands the problem.</a:t>
          </a:r>
        </a:p>
      </dsp:txBody>
      <dsp:txXfrm>
        <a:off x="441423" y="41034"/>
        <a:ext cx="2179493" cy="1275939"/>
      </dsp:txXfrm>
    </dsp:sp>
    <dsp:sp modelId="{C7BD93EC-3796-4A0D-9060-387806F5D0E2}">
      <dsp:nvSpPr>
        <dsp:cNvPr id="0" name=""/>
        <dsp:cNvSpPr/>
      </dsp:nvSpPr>
      <dsp:spPr>
        <a:xfrm rot="5400000">
          <a:off x="15387" y="2772955"/>
          <a:ext cx="1685199" cy="203299"/>
        </a:xfrm>
        <a:prstGeom prst="rect">
          <a:avLst/>
        </a:prstGeom>
        <a:solidFill>
          <a:srgbClr val="7CE1C7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67BCA2-A185-4C3C-B1DA-8F0F8D57AEE9}">
      <dsp:nvSpPr>
        <dsp:cNvPr id="0" name=""/>
        <dsp:cNvSpPr/>
      </dsp:nvSpPr>
      <dsp:spPr>
        <a:xfrm>
          <a:off x="401727" y="1695502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solidFill>
                <a:srgbClr val="509AAF"/>
              </a:solidFill>
              <a:latin typeface="IBM Plex Sans "/>
            </a:rPr>
            <a:t>Check data quality</a:t>
          </a:r>
          <a:r>
            <a:rPr lang="en-US" sz="1400" kern="1200" dirty="0">
              <a:solidFill>
                <a:srgbClr val="509AAF"/>
              </a:solidFill>
              <a:latin typeface="IBM Plex Sans "/>
            </a:rPr>
            <a:t> – </a:t>
          </a:r>
          <a:br>
            <a:rPr lang="en-US" sz="1400" kern="1200" dirty="0">
              <a:solidFill>
                <a:srgbClr val="509AAF"/>
              </a:solidFill>
              <a:latin typeface="IBM Plex Sans "/>
            </a:rPr>
          </a:br>
          <a:r>
            <a:rPr lang="en-US" sz="1400" kern="1200" dirty="0">
              <a:solidFill>
                <a:srgbClr val="509AAF"/>
              </a:solidFill>
              <a:latin typeface="IBM Plex Sans "/>
            </a:rPr>
            <a:t>Use reliable, up-to-date information.</a:t>
          </a:r>
        </a:p>
      </dsp:txBody>
      <dsp:txXfrm>
        <a:off x="441423" y="1735198"/>
        <a:ext cx="2179493" cy="1275939"/>
      </dsp:txXfrm>
    </dsp:sp>
    <dsp:sp modelId="{7F4C5AF7-EAB9-41E3-B7BB-0A4EBB534FE4}">
      <dsp:nvSpPr>
        <dsp:cNvPr id="0" name=""/>
        <dsp:cNvSpPr/>
      </dsp:nvSpPr>
      <dsp:spPr>
        <a:xfrm>
          <a:off x="862469" y="3620037"/>
          <a:ext cx="2995352" cy="203299"/>
        </a:xfrm>
        <a:prstGeom prst="rect">
          <a:avLst/>
        </a:prstGeom>
        <a:solidFill>
          <a:srgbClr val="7CE1C7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B51184-9CEA-4571-AF69-CC623E681537}">
      <dsp:nvSpPr>
        <dsp:cNvPr id="0" name=""/>
        <dsp:cNvSpPr/>
      </dsp:nvSpPr>
      <dsp:spPr>
        <a:xfrm>
          <a:off x="401727" y="3389666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 err="1">
              <a:solidFill>
                <a:srgbClr val="509AC5"/>
              </a:solidFill>
              <a:latin typeface="IBM Plex Sans "/>
            </a:rPr>
            <a:t>Analyse</a:t>
          </a:r>
          <a:r>
            <a:rPr lang="en-US" sz="1400" b="1" kern="1200" dirty="0">
              <a:solidFill>
                <a:srgbClr val="509AC5"/>
              </a:solidFill>
              <a:latin typeface="IBM Plex Sans "/>
            </a:rPr>
            <a:t> root causes</a:t>
          </a:r>
          <a:r>
            <a:rPr lang="en-US" sz="1400" kern="1200" dirty="0">
              <a:solidFill>
                <a:srgbClr val="509AC5"/>
              </a:solidFill>
              <a:latin typeface="IBM Plex Sans "/>
            </a:rPr>
            <a:t> – </a:t>
          </a:r>
          <a:br>
            <a:rPr lang="en-US" sz="1400" kern="1200" dirty="0">
              <a:solidFill>
                <a:srgbClr val="509AC5"/>
              </a:solidFill>
              <a:latin typeface="IBM Plex Sans "/>
            </a:rPr>
          </a:br>
          <a:r>
            <a:rPr lang="en-US" sz="1400" kern="1200" dirty="0">
              <a:solidFill>
                <a:srgbClr val="509AC5"/>
              </a:solidFill>
              <a:latin typeface="IBM Plex Sans "/>
            </a:rPr>
            <a:t>Don’t confuse symptoms with causes.</a:t>
          </a:r>
        </a:p>
      </dsp:txBody>
      <dsp:txXfrm>
        <a:off x="441423" y="3429362"/>
        <a:ext cx="2179493" cy="1275939"/>
      </dsp:txXfrm>
    </dsp:sp>
    <dsp:sp modelId="{BA353CFE-D3F8-4D77-BADB-3BA68A5CE97E}">
      <dsp:nvSpPr>
        <dsp:cNvPr id="0" name=""/>
        <dsp:cNvSpPr/>
      </dsp:nvSpPr>
      <dsp:spPr>
        <a:xfrm rot="16200000">
          <a:off x="3019704" y="2772955"/>
          <a:ext cx="1685199" cy="203299"/>
        </a:xfrm>
        <a:prstGeom prst="rect">
          <a:avLst/>
        </a:prstGeom>
        <a:solidFill>
          <a:srgbClr val="7CE1C7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CB8CB3-C29C-433A-884E-2646B498F5C6}">
      <dsp:nvSpPr>
        <dsp:cNvPr id="0" name=""/>
        <dsp:cNvSpPr/>
      </dsp:nvSpPr>
      <dsp:spPr>
        <a:xfrm>
          <a:off x="3406044" y="3389666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solidFill>
                <a:srgbClr val="509AC5"/>
              </a:solidFill>
              <a:latin typeface="IBM Plex Sans "/>
            </a:rPr>
            <a:t>Explore alternatives</a:t>
          </a:r>
          <a:r>
            <a:rPr lang="en-US" sz="1400" kern="1200" dirty="0">
              <a:solidFill>
                <a:srgbClr val="509AC5"/>
              </a:solidFill>
              <a:latin typeface="IBM Plex Sans "/>
            </a:rPr>
            <a:t> –</a:t>
          </a:r>
          <a:br>
            <a:rPr lang="en-US" sz="1400" kern="1200" dirty="0">
              <a:solidFill>
                <a:srgbClr val="509AC5"/>
              </a:solidFill>
              <a:latin typeface="IBM Plex Sans "/>
            </a:rPr>
          </a:br>
          <a:r>
            <a:rPr lang="en-US" sz="1400" kern="1200" dirty="0">
              <a:solidFill>
                <a:srgbClr val="509AC5"/>
              </a:solidFill>
              <a:latin typeface="IBM Plex Sans "/>
            </a:rPr>
            <a:t>Avoid settling on the first idea.</a:t>
          </a:r>
        </a:p>
      </dsp:txBody>
      <dsp:txXfrm>
        <a:off x="3445740" y="3429362"/>
        <a:ext cx="2179493" cy="1275939"/>
      </dsp:txXfrm>
    </dsp:sp>
    <dsp:sp modelId="{4FF11804-30B6-4194-B260-14860A6A1707}">
      <dsp:nvSpPr>
        <dsp:cNvPr id="0" name=""/>
        <dsp:cNvSpPr/>
      </dsp:nvSpPr>
      <dsp:spPr>
        <a:xfrm rot="16200000">
          <a:off x="3019704" y="1078791"/>
          <a:ext cx="1685199" cy="203299"/>
        </a:xfrm>
        <a:prstGeom prst="rect">
          <a:avLst/>
        </a:prstGeom>
        <a:solidFill>
          <a:srgbClr val="7CE1C7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F10FEC-6599-472B-A733-F47C452DB0BC}">
      <dsp:nvSpPr>
        <dsp:cNvPr id="0" name=""/>
        <dsp:cNvSpPr/>
      </dsp:nvSpPr>
      <dsp:spPr>
        <a:xfrm>
          <a:off x="3406044" y="1695502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solidFill>
                <a:srgbClr val="509AC5"/>
              </a:solidFill>
              <a:latin typeface="IBM Plex Sans "/>
            </a:rPr>
            <a:t>Assess feasibility</a:t>
          </a:r>
          <a:r>
            <a:rPr lang="en-US" sz="1400" kern="1200" dirty="0">
              <a:solidFill>
                <a:srgbClr val="509AC5"/>
              </a:solidFill>
              <a:latin typeface="IBM Plex Sans "/>
            </a:rPr>
            <a:t> – </a:t>
          </a:r>
          <a:br>
            <a:rPr lang="en-US" sz="1400" kern="1200" dirty="0">
              <a:solidFill>
                <a:srgbClr val="509AC5"/>
              </a:solidFill>
              <a:latin typeface="IBM Plex Sans "/>
            </a:rPr>
          </a:br>
          <a:r>
            <a:rPr lang="en-US" sz="1400" kern="1200" dirty="0">
              <a:solidFill>
                <a:srgbClr val="509AC5"/>
              </a:solidFill>
              <a:latin typeface="IBM Plex Sans "/>
            </a:rPr>
            <a:t>Time, cost, resources, constraints.</a:t>
          </a:r>
        </a:p>
      </dsp:txBody>
      <dsp:txXfrm>
        <a:off x="3445740" y="1735198"/>
        <a:ext cx="2179493" cy="1275939"/>
      </dsp:txXfrm>
    </dsp:sp>
    <dsp:sp modelId="{9DF159ED-2037-4E24-A906-D8B1C5DA6BE4}">
      <dsp:nvSpPr>
        <dsp:cNvPr id="0" name=""/>
        <dsp:cNvSpPr/>
      </dsp:nvSpPr>
      <dsp:spPr>
        <a:xfrm>
          <a:off x="3866786" y="231709"/>
          <a:ext cx="2995352" cy="203299"/>
        </a:xfrm>
        <a:prstGeom prst="rect">
          <a:avLst/>
        </a:prstGeom>
        <a:solidFill>
          <a:srgbClr val="7CE1C7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2B4AF0-EA15-408A-92D3-DCF066BE40F2}">
      <dsp:nvSpPr>
        <dsp:cNvPr id="0" name=""/>
        <dsp:cNvSpPr/>
      </dsp:nvSpPr>
      <dsp:spPr>
        <a:xfrm>
          <a:off x="3406044" y="1338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solidFill>
                <a:srgbClr val="509AC5"/>
              </a:solidFill>
              <a:latin typeface="IBM Plex Sans "/>
            </a:rPr>
            <a:t>Challenge biases</a:t>
          </a:r>
          <a:r>
            <a:rPr lang="en-US" sz="1400" kern="1200" dirty="0">
              <a:solidFill>
                <a:srgbClr val="509AC5"/>
              </a:solidFill>
              <a:latin typeface="IBM Plex Sans "/>
            </a:rPr>
            <a:t> – </a:t>
          </a:r>
          <a:br>
            <a:rPr lang="en-US" sz="1400" kern="1200" dirty="0">
              <a:solidFill>
                <a:srgbClr val="509AC5"/>
              </a:solidFill>
              <a:latin typeface="IBM Plex Sans "/>
            </a:rPr>
          </a:br>
          <a:r>
            <a:rPr lang="en-US" sz="1400" kern="1200" dirty="0">
              <a:solidFill>
                <a:srgbClr val="509AC5"/>
              </a:solidFill>
              <a:latin typeface="IBM Plex Sans "/>
            </a:rPr>
            <a:t>Stay objective and evidence-based.</a:t>
          </a:r>
        </a:p>
      </dsp:txBody>
      <dsp:txXfrm>
        <a:off x="3445740" y="41034"/>
        <a:ext cx="2179493" cy="1275939"/>
      </dsp:txXfrm>
    </dsp:sp>
    <dsp:sp modelId="{AD186301-26B4-490F-AD65-C79DCF3E6349}">
      <dsp:nvSpPr>
        <dsp:cNvPr id="0" name=""/>
        <dsp:cNvSpPr/>
      </dsp:nvSpPr>
      <dsp:spPr>
        <a:xfrm rot="5400000">
          <a:off x="6024021" y="1078791"/>
          <a:ext cx="1685199" cy="203299"/>
        </a:xfrm>
        <a:prstGeom prst="rect">
          <a:avLst/>
        </a:prstGeom>
        <a:solidFill>
          <a:srgbClr val="7CE1C7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C424A6-D95E-480D-9A37-4B2EF7E71FC1}">
      <dsp:nvSpPr>
        <dsp:cNvPr id="0" name=""/>
        <dsp:cNvSpPr/>
      </dsp:nvSpPr>
      <dsp:spPr>
        <a:xfrm>
          <a:off x="6410361" y="1338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solidFill>
                <a:srgbClr val="509AC5"/>
              </a:solidFill>
              <a:latin typeface="IBM Plex Sans "/>
            </a:rPr>
            <a:t>Prototype or test</a:t>
          </a:r>
          <a:r>
            <a:rPr lang="en-US" sz="1400" kern="1200" dirty="0">
              <a:solidFill>
                <a:srgbClr val="509AC5"/>
              </a:solidFill>
              <a:latin typeface="IBM Plex Sans "/>
            </a:rPr>
            <a:t> –</a:t>
          </a:r>
          <a:br>
            <a:rPr lang="en-US" sz="1400" kern="1200" dirty="0">
              <a:solidFill>
                <a:srgbClr val="509AC5"/>
              </a:solidFill>
              <a:latin typeface="IBM Plex Sans "/>
            </a:rPr>
          </a:br>
          <a:r>
            <a:rPr lang="en-US" sz="1400" kern="1200" dirty="0">
              <a:solidFill>
                <a:srgbClr val="509AC5"/>
              </a:solidFill>
              <a:latin typeface="IBM Plex Sans "/>
            </a:rPr>
            <a:t>Reduce risks before full execution.</a:t>
          </a:r>
        </a:p>
      </dsp:txBody>
      <dsp:txXfrm>
        <a:off x="6450057" y="41034"/>
        <a:ext cx="2179493" cy="1275939"/>
      </dsp:txXfrm>
    </dsp:sp>
    <dsp:sp modelId="{4855A126-03EA-4722-BFBE-0F764789D8BB}">
      <dsp:nvSpPr>
        <dsp:cNvPr id="0" name=""/>
        <dsp:cNvSpPr/>
      </dsp:nvSpPr>
      <dsp:spPr>
        <a:xfrm rot="5400000">
          <a:off x="6024021" y="2772955"/>
          <a:ext cx="1685199" cy="203299"/>
        </a:xfrm>
        <a:prstGeom prst="rect">
          <a:avLst/>
        </a:prstGeom>
        <a:solidFill>
          <a:srgbClr val="7CE1C7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74A482-113F-4FF6-82C5-5DB5D3F0F3E3}">
      <dsp:nvSpPr>
        <dsp:cNvPr id="0" name=""/>
        <dsp:cNvSpPr/>
      </dsp:nvSpPr>
      <dsp:spPr>
        <a:xfrm>
          <a:off x="6410361" y="1695502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solidFill>
                <a:srgbClr val="509AC5"/>
              </a:solidFill>
              <a:latin typeface="IBM Plex Sans "/>
            </a:rPr>
            <a:t>Measure outcomes</a:t>
          </a:r>
          <a:r>
            <a:rPr lang="en-US" sz="1400" kern="1200" dirty="0">
              <a:solidFill>
                <a:srgbClr val="509AC5"/>
              </a:solidFill>
              <a:latin typeface="IBM Plex Sans "/>
            </a:rPr>
            <a:t> –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509AC5"/>
              </a:solidFill>
              <a:latin typeface="IBM Plex Sans "/>
            </a:rPr>
            <a:t>Track progress and adjust quickly.</a:t>
          </a:r>
        </a:p>
      </dsp:txBody>
      <dsp:txXfrm>
        <a:off x="6450057" y="1735198"/>
        <a:ext cx="2179493" cy="1275939"/>
      </dsp:txXfrm>
    </dsp:sp>
    <dsp:sp modelId="{4F118941-29D4-4CEE-B612-5879FFFCB019}">
      <dsp:nvSpPr>
        <dsp:cNvPr id="0" name=""/>
        <dsp:cNvSpPr/>
      </dsp:nvSpPr>
      <dsp:spPr>
        <a:xfrm>
          <a:off x="6410361" y="3389666"/>
          <a:ext cx="2258885" cy="1355331"/>
        </a:xfrm>
        <a:prstGeom prst="roundRect">
          <a:avLst>
            <a:gd name="adj" fmla="val 10000"/>
          </a:avLst>
        </a:prstGeom>
        <a:solidFill>
          <a:srgbClr val="BFBF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solidFill>
                <a:srgbClr val="509AC5"/>
              </a:solidFill>
              <a:latin typeface="IBM Plex Sans "/>
            </a:rPr>
            <a:t>Reflect &amp; record</a:t>
          </a:r>
          <a:r>
            <a:rPr lang="en-US" sz="1400" kern="1200" dirty="0">
              <a:solidFill>
                <a:srgbClr val="509AC5"/>
              </a:solidFill>
              <a:latin typeface="IBM Plex Sans "/>
            </a:rPr>
            <a:t> –</a:t>
          </a:r>
          <a:br>
            <a:rPr lang="en-US" sz="1400" kern="1200" dirty="0">
              <a:solidFill>
                <a:srgbClr val="509AC5"/>
              </a:solidFill>
              <a:latin typeface="IBM Plex Sans "/>
            </a:rPr>
          </a:br>
          <a:r>
            <a:rPr lang="en-US" sz="1400" kern="1200" dirty="0">
              <a:solidFill>
                <a:srgbClr val="509AC5"/>
              </a:solidFill>
              <a:latin typeface="IBM Plex Sans "/>
            </a:rPr>
            <a:t>Capture insights for future cases.</a:t>
          </a:r>
        </a:p>
      </dsp:txBody>
      <dsp:txXfrm>
        <a:off x="6450057" y="3429362"/>
        <a:ext cx="2179493" cy="12759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182683" cy="27820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90668" tIns="47148" rIns="90668" bIns="47148" numCol="1" anchor="t" anchorCtr="0" compatLnSpc="1">
            <a:prstTxWarp prst="textNoShape">
              <a:avLst/>
            </a:prstTxWarp>
            <a:spAutoFit/>
          </a:bodyPr>
          <a:lstStyle>
            <a:lvl1pPr algn="l" defTabSz="920615">
              <a:spcBef>
                <a:spcPct val="0"/>
              </a:spcBef>
              <a:defRPr b="1"/>
            </a:lvl1pPr>
          </a:lstStyle>
          <a:p>
            <a:endParaRPr lang="da-DK" dirty="0"/>
          </a:p>
        </p:txBody>
      </p:sp>
      <p:sp>
        <p:nvSpPr>
          <p:cNvPr id="310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6597663" y="0"/>
            <a:ext cx="182683" cy="27820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90668" tIns="47148" rIns="90668" bIns="47148" numCol="1" anchor="t" anchorCtr="0" compatLnSpc="1">
            <a:prstTxWarp prst="textNoShape">
              <a:avLst/>
            </a:prstTxWarp>
            <a:spAutoFit/>
          </a:bodyPr>
          <a:lstStyle>
            <a:lvl1pPr algn="r" defTabSz="920615">
              <a:spcBef>
                <a:spcPct val="0"/>
              </a:spcBef>
              <a:defRPr b="1"/>
            </a:lvl1pPr>
          </a:lstStyle>
          <a:p>
            <a:endParaRPr lang="da-DK" dirty="0"/>
          </a:p>
        </p:txBody>
      </p:sp>
      <p:sp>
        <p:nvSpPr>
          <p:cNvPr id="310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632120"/>
            <a:ext cx="182683" cy="27820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90668" tIns="47148" rIns="90668" bIns="47148" numCol="1" anchor="b" anchorCtr="0" compatLnSpc="1">
            <a:prstTxWarp prst="textNoShape">
              <a:avLst/>
            </a:prstTxWarp>
            <a:spAutoFit/>
          </a:bodyPr>
          <a:lstStyle>
            <a:lvl1pPr algn="l" defTabSz="920615">
              <a:spcBef>
                <a:spcPct val="0"/>
              </a:spcBef>
              <a:defRPr b="1"/>
            </a:lvl1pPr>
          </a:lstStyle>
          <a:p>
            <a:endParaRPr lang="da-DK" dirty="0"/>
          </a:p>
        </p:txBody>
      </p:sp>
      <p:sp>
        <p:nvSpPr>
          <p:cNvPr id="310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6409687" y="9630439"/>
            <a:ext cx="370659" cy="27988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90668" tIns="47148" rIns="90668" bIns="47148" numCol="1" anchor="b" anchorCtr="0" compatLnSpc="1">
            <a:prstTxWarp prst="textNoShape">
              <a:avLst/>
            </a:prstTxWarp>
            <a:spAutoFit/>
          </a:bodyPr>
          <a:lstStyle>
            <a:lvl1pPr algn="r" defTabSz="920615">
              <a:spcBef>
                <a:spcPct val="0"/>
              </a:spcBef>
              <a:defRPr b="1"/>
            </a:lvl1pPr>
          </a:lstStyle>
          <a:p>
            <a:fld id="{759B724C-78FC-4698-BDE4-19F15588D530}" type="slidenum">
              <a:rPr lang="da-DK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628533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7429" cy="4961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62" tIns="45930" rIns="91862" bIns="45930" numCol="1" anchor="t" anchorCtr="0" compatLnSpc="1">
            <a:prstTxWarp prst="textNoShape">
              <a:avLst/>
            </a:prstTxWarp>
          </a:bodyPr>
          <a:lstStyle>
            <a:lvl1pPr algn="l" defTabSz="917412">
              <a:spcBef>
                <a:spcPct val="0"/>
              </a:spcBef>
              <a:defRPr/>
            </a:lvl1pPr>
          </a:lstStyle>
          <a:p>
            <a:endParaRPr lang="en-GB" dirty="0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7072" y="1"/>
            <a:ext cx="2947429" cy="4961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62" tIns="45930" rIns="91862" bIns="45930" numCol="1" anchor="t" anchorCtr="0" compatLnSpc="1">
            <a:prstTxWarp prst="textNoShape">
              <a:avLst/>
            </a:prstTxWarp>
          </a:bodyPr>
          <a:lstStyle>
            <a:lvl1pPr algn="r" defTabSz="917412">
              <a:spcBef>
                <a:spcPct val="0"/>
              </a:spcBef>
              <a:defRPr/>
            </a:lvl1pPr>
          </a:lstStyle>
          <a:p>
            <a:endParaRPr lang="en-GB" dirty="0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09613" y="744538"/>
            <a:ext cx="5378450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10907" y="4715186"/>
            <a:ext cx="5382125" cy="1089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/>
              <a:t>Klik for at redigere teksttypografien i masteren</a:t>
            </a:r>
          </a:p>
          <a:p>
            <a:pPr lvl="1"/>
            <a:r>
              <a:rPr lang="en-GB"/>
              <a:t>Andet niveau</a:t>
            </a:r>
          </a:p>
          <a:p>
            <a:pPr lvl="2"/>
            <a:r>
              <a:rPr lang="en-GB"/>
              <a:t>Tredje niveau</a:t>
            </a:r>
          </a:p>
          <a:p>
            <a:pPr lvl="3"/>
            <a:r>
              <a:rPr lang="en-GB"/>
              <a:t>Fjerde niveau</a:t>
            </a:r>
          </a:p>
          <a:p>
            <a:pPr lvl="4"/>
            <a:r>
              <a:rPr lang="en-GB"/>
              <a:t>Femte niveau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35236"/>
            <a:ext cx="2947429" cy="4961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62" tIns="45930" rIns="91862" bIns="45930" numCol="1" anchor="b" anchorCtr="0" compatLnSpc="1">
            <a:prstTxWarp prst="textNoShape">
              <a:avLst/>
            </a:prstTxWarp>
          </a:bodyPr>
          <a:lstStyle>
            <a:lvl1pPr algn="l" defTabSz="917412">
              <a:spcBef>
                <a:spcPct val="0"/>
              </a:spcBef>
              <a:defRPr/>
            </a:lvl1pPr>
          </a:lstStyle>
          <a:p>
            <a:endParaRPr lang="en-GB" dirty="0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7072" y="9435236"/>
            <a:ext cx="2947429" cy="4961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62" tIns="45930" rIns="91862" bIns="45930" numCol="1" anchor="b" anchorCtr="0" compatLnSpc="1">
            <a:prstTxWarp prst="textNoShape">
              <a:avLst/>
            </a:prstTxWarp>
          </a:bodyPr>
          <a:lstStyle>
            <a:lvl1pPr algn="r" defTabSz="917412">
              <a:spcBef>
                <a:spcPct val="0"/>
              </a:spcBef>
              <a:defRPr/>
            </a:lvl1pPr>
          </a:lstStyle>
          <a:p>
            <a:fld id="{1D57CA6B-6BE3-424D-A16A-799909235261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53675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5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1pPr>
    <a:lvl2pPr marL="136525" indent="-134938" algn="l" rtl="0" eaLnBrk="0" fontAlgn="base" hangingPunct="0">
      <a:spcBef>
        <a:spcPct val="5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+mn-cs"/>
      </a:defRPr>
    </a:lvl2pPr>
    <a:lvl3pPr marL="285750" indent="-147638" algn="l" rtl="0" eaLnBrk="0" fontAlgn="base" hangingPunct="0">
      <a:spcBef>
        <a:spcPct val="50000"/>
      </a:spcBef>
      <a:spcAft>
        <a:spcPct val="0"/>
      </a:spcAft>
      <a:buChar char="–"/>
      <a:defRPr sz="1000" kern="1200">
        <a:solidFill>
          <a:schemeClr val="tx1"/>
        </a:solidFill>
        <a:latin typeface="Arial" charset="0"/>
        <a:ea typeface="+mn-ea"/>
        <a:cs typeface="+mn-cs"/>
      </a:defRPr>
    </a:lvl3pPr>
    <a:lvl4pPr marL="422275" indent="-134938" algn="l" rtl="0" eaLnBrk="0" fontAlgn="base" hangingPunct="0">
      <a:spcBef>
        <a:spcPct val="50000"/>
      </a:spcBef>
      <a:spcAft>
        <a:spcPct val="0"/>
      </a:spcAft>
      <a:buChar char="·"/>
      <a:defRPr sz="1000" kern="1200">
        <a:solidFill>
          <a:schemeClr val="tx1"/>
        </a:solidFill>
        <a:latin typeface="Arial" charset="0"/>
        <a:ea typeface="+mn-ea"/>
        <a:cs typeface="+mn-cs"/>
      </a:defRPr>
    </a:lvl4pPr>
    <a:lvl5pPr marL="571500" indent="-147638" algn="l" rtl="0" eaLnBrk="0" fontAlgn="base" hangingPunct="0">
      <a:spcBef>
        <a:spcPct val="50000"/>
      </a:spcBef>
      <a:spcAft>
        <a:spcPct val="0"/>
      </a:spcAft>
      <a:buChar char="»"/>
      <a:defRPr sz="1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1787660"/>
              </p:ext>
            </p:extLst>
          </p:nvPr>
        </p:nvGraphicFramePr>
        <p:xfrm>
          <a:off x="0" y="0"/>
          <a:ext cx="158750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0" imgH="0" progId="TCLayout.ActiveDocument.1">
                  <p:embed/>
                </p:oleObj>
              </mc:Choice>
              <mc:Fallback>
                <p:oleObj name="think-cell Slide" r:id="rId3" imgW="0" imgH="0" progId="TCLayout.ActiveDocument.1">
                  <p:embed/>
                  <p:pic>
                    <p:nvPicPr>
                      <p:cNvPr id="6" name="Objekt 5" hidden="1"/>
                      <p:cNvPicPr preferRelativeResize="0">
                        <a:picLocks noChangeArrowheads="1"/>
                      </p:cNvPicPr>
                      <p:nvPr/>
                    </p:nvPicPr>
                    <p:blipFill>
                      <a:blip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158750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685-18E4-42C6-9DE6-03B17B9A1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41A5A4-C9A9-40A1-A0B2-2F0ACC7DE2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212399" y="6356350"/>
            <a:ext cx="378000" cy="190800"/>
          </a:xfrm>
          <a:prstGeom prst="rect">
            <a:avLst/>
          </a:prstGeom>
        </p:spPr>
        <p:txBody>
          <a:bodyPr/>
          <a:lstStyle/>
          <a:p>
            <a:fld id="{66AFC10B-F707-4E2E-A165-AA17571AEF08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0A202B8-2B66-8F42-B99A-FF95187B34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47275" y="6593488"/>
            <a:ext cx="3142800" cy="136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900">
                <a:solidFill>
                  <a:srgbClr val="7DD8C7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900" spc="100" dirty="0">
              <a:solidFill>
                <a:srgbClr val="7DD8C7"/>
              </a:solidFill>
              <a:latin typeface="Poppins Medium" panose="00000600000000000000" pitchFamily="2" charset="0"/>
              <a:cs typeface="Poppins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6598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oleObject" Target="../embeddings/oleObject1.bin"/><Relationship Id="rId5" Type="http://schemas.openxmlformats.org/officeDocument/2006/relationships/tags" Target="../tags/tag3.xml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3" name="Rectangle 69" hidden="1"/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2802513546"/>
              </p:ext>
            </p:extLst>
          </p:nvPr>
        </p:nvGraphicFramePr>
        <p:xfrm>
          <a:off x="0" y="0"/>
          <a:ext cx="158750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0" imgH="0" progId="TCLayout.ActiveDocument.1">
                  <p:embed/>
                </p:oleObj>
              </mc:Choice>
              <mc:Fallback>
                <p:oleObj name="think-cell Slide" r:id="rId6" imgW="0" imgH="0" progId="TCLayout.ActiveDocument.1">
                  <p:embed/>
                  <p:pic>
                    <p:nvPicPr>
                      <p:cNvPr id="1093" name="Rectangle 69" hidden="1"/>
                      <p:cNvPicPr preferRelativeResize="0">
                        <a:picLocks noChangeArrowheads="1"/>
                      </p:cNvPicPr>
                      <p:nvPr/>
                    </p:nvPicPr>
                    <p:blipFill>
                      <a:blip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158750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E57D2D77-B9BE-4E52-AA15-03429B98053D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rgbClr val="509AAF"/>
          </a:solidFill>
          <a:ln w="12700">
            <a:noFill/>
            <a:round/>
            <a:headEnd/>
            <a:tailEnd/>
          </a:ln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l" eaLnBrk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 dirty="0">
              <a:solidFill>
                <a:schemeClr val="tx2"/>
              </a:solidFill>
              <a:latin typeface="IBM Plex Sans SemiBold" panose="020B0703050203000203" pitchFamily="34" charset="0"/>
              <a:ea typeface="+mn-ea"/>
              <a:cs typeface="Poppins Black" panose="00000A00000000000000" pitchFamily="2" charset="0"/>
              <a:sym typeface="IBM Plex Sans SemiBold" panose="020B0703050203000203" pitchFamily="34" charset="0"/>
            </a:endParaRPr>
          </a:p>
        </p:txBody>
      </p:sp>
      <p:sp>
        <p:nvSpPr>
          <p:cNvPr id="3" name="[WorkArea]" descr="&lt;?xml version=&quot;1.0&quot; encoding=&quot;utf-16&quot;?&gt;&#10;&lt;GridTheme xmlns:xsd=&quot;http://www.w3.org/2001/XMLSchema&quot; xmlns:xsi=&quot;http://www.w3.org/2001/XMLSchema-instance&quot;&gt;&#10;  &lt;GuideLines /&gt;&#10;  &lt;WorkArea&gt;&#10;    &lt;Top&gt;94.12504&lt;/Top&gt;&#10;    &lt;Left&gt;32.87504&lt;/Left&gt;&#10;    &lt;Width&gt;714.374939&lt;/Width&gt;&#10;    &lt;Height&gt;388.374969&lt;/Height&gt;&#10;  &lt;/WorkArea&gt;&#10;  &lt;AspectW&gt;-1&lt;/AspectW&gt;&#10;  &lt;AspectH&gt;-1&lt;/AspectH&gt;&#10;  &lt;Width&gt;780&lt;/Width&gt;&#10;  &lt;Height&gt;540&lt;/Height&gt;&#10;  &lt;HGap&gt;5&lt;/HGap&gt;&#10;  &lt;VGap&gt;5&lt;/VGap&gt;&#10;  &lt;OfficeVersion&gt;-1&lt;/OfficeVersion&gt;&#10;&lt;/GridTheme&gt;" hidden="1"/>
          <p:cNvSpPr/>
          <p:nvPr userDrawn="1"/>
        </p:nvSpPr>
        <p:spPr bwMode="auto">
          <a:xfrm>
            <a:off x="417513" y="1195388"/>
            <a:ext cx="9072562" cy="4932362"/>
          </a:xfrm>
          <a:prstGeom prst="rect">
            <a:avLst/>
          </a:prstGeom>
          <a:solidFill>
            <a:srgbClr val="EAEAEA">
              <a:alpha val="50000"/>
            </a:srgbClr>
          </a:solidFill>
          <a:ln w="9525" cap="flat" cmpd="sng" algn="ctr">
            <a:solidFill>
              <a:schemeClr val="accent2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lIns="108000" tIns="108000" rIns="108000" bIns="108000" rtlCol="0" anchor="ctr">
            <a:noAutofit/>
          </a:bodyPr>
          <a:lstStyle/>
          <a:p>
            <a:pPr algn="l"/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A39A20-80A6-4069-9C97-426C4B5153C9}"/>
              </a:ext>
            </a:extLst>
          </p:cNvPr>
          <p:cNvSpPr txBox="1"/>
          <p:nvPr userDrawn="1"/>
        </p:nvSpPr>
        <p:spPr>
          <a:xfrm>
            <a:off x="417513" y="134956"/>
            <a:ext cx="2039937" cy="374571"/>
          </a:xfrm>
          <a:prstGeom prst="roundRect">
            <a:avLst/>
          </a:prstGeom>
          <a:noFill/>
          <a:ln w="12700">
            <a:solidFill>
              <a:srgbClr val="612C83"/>
            </a:solidFill>
          </a:ln>
        </p:spPr>
        <p:txBody>
          <a:bodyPr wrap="square" lIns="182880" rtlCol="0">
            <a:spAutoFit/>
          </a:bodyPr>
          <a:lstStyle/>
          <a:p>
            <a:pPr algn="l"/>
            <a:r>
              <a:rPr lang="en-US" sz="1600" dirty="0">
                <a:solidFill>
                  <a:srgbClr val="509AAF"/>
                </a:solidFill>
                <a:latin typeface="IBM Plex Sans Light" panose="020B0403050203000203" pitchFamily="34" charset="0"/>
                <a:cs typeface="Poppins Medium" panose="00000600000000000000" pitchFamily="2" charset="0"/>
              </a:rPr>
              <a:t>Executive Advisors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09C4C58-F676-44F7-8162-7FCCA3EF79FD}"/>
              </a:ext>
            </a:extLst>
          </p:cNvPr>
          <p:cNvSpPr/>
          <p:nvPr userDrawn="1"/>
        </p:nvSpPr>
        <p:spPr bwMode="auto">
          <a:xfrm>
            <a:off x="417513" y="1214399"/>
            <a:ext cx="547016" cy="204311"/>
          </a:xfrm>
          <a:prstGeom prst="roundRect">
            <a:avLst/>
          </a:prstGeom>
          <a:solidFill>
            <a:srgbClr val="612C83"/>
          </a:solidFill>
          <a:ln w="12700">
            <a:noFill/>
            <a:round/>
            <a:headEnd/>
            <a:tailEnd/>
          </a:ln>
        </p:spPr>
        <p:txBody>
          <a:bodyPr wrap="square" lIns="0" tIns="0" rIns="0" bIns="0" rtlCol="0" anchor="ctr">
            <a:spAutoFit/>
          </a:bodyPr>
          <a:lstStyle/>
          <a:p>
            <a:pPr algn="l"/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BE8D96-1F9F-4862-84B8-4326461C4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513" y="661932"/>
            <a:ext cx="8543925" cy="539750"/>
          </a:xfrm>
          <a:prstGeom prst="rect">
            <a:avLst/>
          </a:prstGeom>
        </p:spPr>
        <p:txBody>
          <a:bodyPr vert="horz" lIns="182880" tIns="45720" rIns="182880" bIns="45720" rtlCol="0" anchor="t" anchorCtr="0">
            <a:normAutofit/>
          </a:bodyPr>
          <a:lstStyle/>
          <a:p>
            <a:r>
              <a:rPr lang="en-US" dirty="0"/>
              <a:t>Title goes here in IBM </a:t>
            </a:r>
            <a:r>
              <a:rPr lang="en-US" dirty="0" err="1"/>
              <a:t>SemiBold</a:t>
            </a:r>
            <a:r>
              <a:rPr lang="en-US" dirty="0"/>
              <a:t> size24</a:t>
            </a:r>
            <a:endParaRPr lang="de-DE" dirty="0"/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93DA38CC-FDC4-974F-A8CC-D1E7E56462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2399" y="6356350"/>
            <a:ext cx="378000" cy="19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7DD8C7"/>
                </a:solidFill>
              </a:defRPr>
            </a:lvl1pPr>
          </a:lstStyle>
          <a:p>
            <a:fld id="{66AFC10B-F707-4E2E-A165-AA17571AEF08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4" r:id="rId1"/>
    <p:sldLayoutId id="2147483755" r:id="rId2"/>
  </p:sldLayoutIdLst>
  <p:transition>
    <p:fade/>
  </p:transition>
  <p:hf hdr="0" ftr="0" dt="0"/>
  <p:txStyles>
    <p:titleStyle>
      <a:lvl1pPr algn="l" rtl="0" eaLnBrk="1" fontAlgn="base" hangingPunct="1">
        <a:spcBef>
          <a:spcPct val="50000"/>
        </a:spcBef>
        <a:spcAft>
          <a:spcPct val="0"/>
        </a:spcAft>
        <a:defRPr lang="de-DE" sz="2400" b="0" kern="1200" dirty="0">
          <a:solidFill>
            <a:srgbClr val="509AAF"/>
          </a:solidFill>
          <a:latin typeface="IBM Plex Sans SemiBold" panose="020B0703050203000203" pitchFamily="34" charset="0"/>
          <a:ea typeface="+mn-ea"/>
          <a:cs typeface="Poppins Black" panose="00000A00000000000000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600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600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600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600" b="1">
          <a:solidFill>
            <a:schemeClr val="tx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1600" b="1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1600" b="1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1600" b="1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1600" b="1">
          <a:solidFill>
            <a:schemeClr val="tx2"/>
          </a:solidFill>
          <a:latin typeface="Arial" charset="0"/>
        </a:defRPr>
      </a:lvl9pPr>
    </p:titleStyle>
    <p:bodyStyle>
      <a:lvl1pPr algn="l" rtl="0" eaLnBrk="1" fontAlgn="base" hangingPunct="1">
        <a:spcBef>
          <a:spcPct val="50000"/>
        </a:spcBef>
        <a:spcAft>
          <a:spcPct val="0"/>
        </a:spcAft>
        <a:defRPr sz="1200">
          <a:solidFill>
            <a:srgbClr val="000000"/>
          </a:solidFill>
          <a:latin typeface="Raleway" panose="020B0503030101060003" pitchFamily="34" charset="0"/>
          <a:ea typeface="+mn-ea"/>
          <a:cs typeface="+mn-cs"/>
        </a:defRPr>
      </a:lvl1pPr>
      <a:lvl2pPr marL="136525" indent="-134938" algn="l" rtl="0" eaLnBrk="1" fontAlgn="base" hangingPunct="1">
        <a:spcBef>
          <a:spcPct val="50000"/>
        </a:spcBef>
        <a:spcAft>
          <a:spcPct val="0"/>
        </a:spcAft>
        <a:buChar char="•"/>
        <a:defRPr sz="1200">
          <a:solidFill>
            <a:srgbClr val="000000"/>
          </a:solidFill>
          <a:latin typeface="Raleway" panose="020B0503030101060003" pitchFamily="34" charset="0"/>
        </a:defRPr>
      </a:lvl2pPr>
      <a:lvl3pPr marL="285750" indent="-147638" algn="l" rtl="0" eaLnBrk="1" fontAlgn="base" hangingPunct="1">
        <a:spcBef>
          <a:spcPct val="50000"/>
        </a:spcBef>
        <a:spcAft>
          <a:spcPct val="0"/>
        </a:spcAft>
        <a:buChar char="–"/>
        <a:defRPr sz="1200">
          <a:solidFill>
            <a:srgbClr val="000000"/>
          </a:solidFill>
          <a:latin typeface="Raleway" panose="020B0503030101060003" pitchFamily="34" charset="0"/>
        </a:defRPr>
      </a:lvl3pPr>
      <a:lvl4pPr marL="422275" indent="-134938" algn="l" rtl="0" eaLnBrk="1" fontAlgn="base" hangingPunct="1">
        <a:spcBef>
          <a:spcPct val="50000"/>
        </a:spcBef>
        <a:spcAft>
          <a:spcPct val="0"/>
        </a:spcAft>
        <a:buChar char="·"/>
        <a:defRPr sz="1200">
          <a:solidFill>
            <a:srgbClr val="000000"/>
          </a:solidFill>
          <a:latin typeface="Raleway" panose="020B0503030101060003" pitchFamily="34" charset="0"/>
        </a:defRPr>
      </a:lvl4pPr>
      <a:lvl5pPr marL="571500" indent="-147638" algn="l" rtl="0" eaLnBrk="1" fontAlgn="base" hangingPunct="1">
        <a:spcBef>
          <a:spcPct val="50000"/>
        </a:spcBef>
        <a:spcAft>
          <a:spcPct val="0"/>
        </a:spcAft>
        <a:buChar char="»"/>
        <a:defRPr sz="1200">
          <a:solidFill>
            <a:srgbClr val="000000"/>
          </a:solidFill>
          <a:latin typeface="Raleway" panose="020B0503030101060003" pitchFamily="34" charset="0"/>
        </a:defRPr>
      </a:lvl5pPr>
      <a:lvl6pPr marL="1028700" indent="-147638" algn="l" rtl="0" eaLnBrk="1" fontAlgn="base" hangingPunct="1">
        <a:spcBef>
          <a:spcPct val="5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6pPr>
      <a:lvl7pPr marL="1485900" indent="-147638" algn="l" rtl="0" eaLnBrk="1" fontAlgn="base" hangingPunct="1">
        <a:spcBef>
          <a:spcPct val="5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7pPr>
      <a:lvl8pPr marL="1943100" indent="-147638" algn="l" rtl="0" eaLnBrk="1" fontAlgn="base" hangingPunct="1">
        <a:spcBef>
          <a:spcPct val="5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8pPr>
      <a:lvl9pPr marL="2400300" indent="-147638" algn="l" rtl="0" eaLnBrk="1" fontAlgn="base" hangingPunct="1">
        <a:spcBef>
          <a:spcPct val="5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63" userDrawn="1">
          <p15:clr>
            <a:srgbClr val="F26B43"/>
          </p15:clr>
        </p15:guide>
        <p15:guide id="2" pos="5978" userDrawn="1">
          <p15:clr>
            <a:srgbClr val="F26B43"/>
          </p15:clr>
        </p15:guide>
        <p15:guide id="3" orient="horz" pos="753" userDrawn="1">
          <p15:clr>
            <a:srgbClr val="F26B43"/>
          </p15:clr>
        </p15:guide>
        <p15:guide id="4" orient="horz" pos="4197" userDrawn="1">
          <p15:clr>
            <a:srgbClr val="F26B43"/>
          </p15:clr>
        </p15:guide>
        <p15:guide id="5" pos="3120" userDrawn="1">
          <p15:clr>
            <a:srgbClr val="F26B43"/>
          </p15:clr>
        </p15:guide>
        <p15:guide id="6" orient="horz" pos="3959" userDrawn="1">
          <p15:clr>
            <a:srgbClr val="F26B43"/>
          </p15:clr>
        </p15:guide>
        <p15:guide id="7" orient="horz" pos="958" userDrawn="1">
          <p15:clr>
            <a:srgbClr val="F26B43"/>
          </p15:clr>
        </p15:guide>
        <p15:guide id="8" pos="2961" userDrawn="1">
          <p15:clr>
            <a:srgbClr val="F26B43"/>
          </p15:clr>
        </p15:guide>
        <p15:guide id="9" pos="327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microsoft.com/office/2007/relationships/hdphoto" Target="../media/hdphoto1.wdp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1597" name="Object 1091596" hidden="1">
            <a:extLst>
              <a:ext uri="{FF2B5EF4-FFF2-40B4-BE49-F238E27FC236}">
                <a16:creationId xmlns:a16="http://schemas.microsoft.com/office/drawing/2014/main" id="{D647CDB1-A949-4963-953A-1FFF0E589D3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876658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1091597" name="Object 1091596" hidden="1">
                        <a:extLst>
                          <a:ext uri="{FF2B5EF4-FFF2-40B4-BE49-F238E27FC236}">
                            <a16:creationId xmlns:a16="http://schemas.microsoft.com/office/drawing/2014/main" id="{D647CDB1-A949-4963-953A-1FFF0E589D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large body of water with a city in the background&#10;&#10;Description automatically generated">
            <a:extLst>
              <a:ext uri="{FF2B5EF4-FFF2-40B4-BE49-F238E27FC236}">
                <a16:creationId xmlns:a16="http://schemas.microsoft.com/office/drawing/2014/main" id="{052701DA-2610-4D31-B1B1-7EDC46BADFC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E8711FB-17BD-472A-BD98-2FE8F3173AC3}"/>
              </a:ext>
            </a:extLst>
          </p:cNvPr>
          <p:cNvSpPr/>
          <p:nvPr/>
        </p:nvSpPr>
        <p:spPr bwMode="auto">
          <a:xfrm>
            <a:off x="1" y="-1"/>
            <a:ext cx="9906000" cy="6858001"/>
          </a:xfrm>
          <a:prstGeom prst="rect">
            <a:avLst/>
          </a:prstGeom>
          <a:gradFill>
            <a:gsLst>
              <a:gs pos="0">
                <a:srgbClr val="509AAF">
                  <a:alpha val="80000"/>
                </a:srgbClr>
              </a:gs>
              <a:gs pos="100000">
                <a:srgbClr val="612C83">
                  <a:alpha val="80000"/>
                </a:srgbClr>
              </a:gs>
            </a:gsLst>
            <a:lin ang="0" scaled="1"/>
          </a:gradFill>
          <a:ln w="12700">
            <a:noFill/>
            <a:round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l"/>
            <a:endParaRPr lang="de-DE" dirty="0">
              <a:solidFill>
                <a:schemeClr val="tx2"/>
              </a:solidFill>
              <a:latin typeface="Poppins Medium" panose="00000600000000000000" pitchFamily="2" charset="0"/>
              <a:cs typeface="Poppins Medium" panose="000006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4AE26D-CC9F-47BF-A9A1-710F96A7BC28}"/>
              </a:ext>
            </a:extLst>
          </p:cNvPr>
          <p:cNvSpPr txBox="1"/>
          <p:nvPr/>
        </p:nvSpPr>
        <p:spPr>
          <a:xfrm>
            <a:off x="7471681" y="227576"/>
            <a:ext cx="2016595" cy="374571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IBM Plex Sans Light" panose="020B0403050203000203" pitchFamily="34" charset="0"/>
                <a:cs typeface="Poppins Medium" panose="00000600000000000000" pitchFamily="2" charset="0"/>
              </a:rPr>
              <a:t>Executive Advisors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FA1400F0-82CB-4D93-A084-3633CD2C8AA3}"/>
              </a:ext>
            </a:extLst>
          </p:cNvPr>
          <p:cNvSpPr/>
          <p:nvPr/>
        </p:nvSpPr>
        <p:spPr bwMode="auto">
          <a:xfrm>
            <a:off x="417513" y="4039790"/>
            <a:ext cx="547016" cy="204311"/>
          </a:xfrm>
          <a:prstGeom prst="roundRect">
            <a:avLst/>
          </a:prstGeom>
          <a:solidFill>
            <a:srgbClr val="F5FFC3"/>
          </a:solidFill>
          <a:ln w="12700">
            <a:noFill/>
            <a:round/>
            <a:headEnd/>
            <a:tailEnd/>
          </a:ln>
        </p:spPr>
        <p:txBody>
          <a:bodyPr wrap="square" lIns="0" tIns="0" rIns="0" bIns="0" rtlCol="0" anchor="ctr">
            <a:spAutoFit/>
          </a:bodyPr>
          <a:lstStyle/>
          <a:p>
            <a:pPr algn="l"/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7BA80-6C68-4A95-932A-D083B9463CFF}"/>
              </a:ext>
            </a:extLst>
          </p:cNvPr>
          <p:cNvSpPr txBox="1"/>
          <p:nvPr/>
        </p:nvSpPr>
        <p:spPr>
          <a:xfrm>
            <a:off x="417513" y="4350721"/>
            <a:ext cx="7672387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IBM Plex Sans SemiBold" panose="020B0703050203000203" pitchFamily="34" charset="0"/>
                <a:cs typeface="Poppins Black" panose="00000A00000000000000" pitchFamily="2" charset="0"/>
              </a:rPr>
              <a:t>Client guidelines example</a:t>
            </a:r>
            <a:br>
              <a:rPr lang="en-US" sz="3600" dirty="0">
                <a:solidFill>
                  <a:schemeClr val="bg1"/>
                </a:solidFill>
                <a:latin typeface="IBM Plex Sans SemiBold" panose="020B0703050203000203" pitchFamily="34" charset="0"/>
                <a:cs typeface="Poppins Black" panose="00000A00000000000000" pitchFamily="2" charset="0"/>
              </a:rPr>
            </a:br>
            <a:r>
              <a:rPr lang="en-US" sz="3600" dirty="0">
                <a:solidFill>
                  <a:schemeClr val="bg1"/>
                </a:solidFill>
                <a:latin typeface="IBM Plex Sans SemiBold" panose="020B0703050203000203" pitchFamily="34" charset="0"/>
                <a:cs typeface="Poppins Black" panose="00000A00000000000000" pitchFamily="2" charset="0"/>
              </a:rPr>
              <a:t>Name of client: </a:t>
            </a:r>
            <a:r>
              <a:rPr lang="en-US" sz="3600" dirty="0">
                <a:solidFill>
                  <a:srgbClr val="F5FFC3"/>
                </a:solidFill>
                <a:latin typeface="IBM Plex Sans SemiBold" panose="020B0703050203000203" pitchFamily="34" charset="0"/>
                <a:cs typeface="Poppins Black" panose="00000A00000000000000" pitchFamily="2" charset="0"/>
              </a:rPr>
              <a:t>Executive Advisors</a:t>
            </a:r>
          </a:p>
        </p:txBody>
      </p:sp>
    </p:spTree>
    <p:extLst>
      <p:ext uri="{BB962C8B-B14F-4D97-AF65-F5344CB8AC3E}">
        <p14:creationId xmlns:p14="http://schemas.microsoft.com/office/powerpoint/2010/main" val="417187710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A120F-83F5-4E8A-83FC-FD3658419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solving precautions	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B6AF6-FC52-4A39-BFEC-051D99FA0E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AFC10B-F707-4E2E-A165-AA17571AEF08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FA8F66-D3AE-4A05-BE79-BC39C700087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Brush-ups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26F52-2155-1C51-511E-B1F2EFC3B314}"/>
              </a:ext>
            </a:extLst>
          </p:cNvPr>
          <p:cNvSpPr/>
          <p:nvPr/>
        </p:nvSpPr>
        <p:spPr bwMode="auto">
          <a:xfrm>
            <a:off x="417513" y="1524000"/>
            <a:ext cx="9072562" cy="4762500"/>
          </a:xfrm>
          <a:prstGeom prst="rect">
            <a:avLst/>
          </a:prstGeom>
          <a:noFill/>
          <a:ln w="12700">
            <a:noFill/>
            <a:round/>
            <a:headEnd/>
            <a:tailEnd/>
          </a:ln>
        </p:spPr>
        <p:txBody>
          <a:bodyPr wrap="none" lIns="0" tIns="0" rIns="0" bIns="0" rtlCol="0" anchor="ctr">
            <a:noAutofit/>
          </a:bodyPr>
          <a:lstStyle/>
          <a:p>
            <a:endParaRPr lang="en-US" sz="1600" b="1" dirty="0">
              <a:solidFill>
                <a:srgbClr val="FF0000"/>
              </a:solidFill>
              <a:latin typeface="IBM Plex Sans" panose="020B0503050203000203" pitchFamily="34" charset="0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A2CD2CD-6B16-4D8E-2283-DAB85DAAEC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2209654"/>
              </p:ext>
            </p:extLst>
          </p:nvPr>
        </p:nvGraphicFramePr>
        <p:xfrm>
          <a:off x="417513" y="1538577"/>
          <a:ext cx="9070974" cy="47463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9592933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0B2C4-14D2-0A70-8339-A97D204D0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E39ACB-84F7-3B3A-C4ED-703D54FB7C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AFC10B-F707-4E2E-A165-AA17571AEF08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C6BC2-D8FE-9FFE-3374-2DE3D798380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8670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5160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bNumberIsYear val=&quot;0&quot;/&gt;&lt;m_strFormatTime&gt;%#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v8_7jyQeSDJAYgCNZmo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010_Basis presentation UK">
  <a:themeElements>
    <a:clrScheme name="Executive Advisors">
      <a:dk1>
        <a:srgbClr val="509AAF"/>
      </a:dk1>
      <a:lt1>
        <a:srgbClr val="FFFFFF"/>
      </a:lt1>
      <a:dk2>
        <a:srgbClr val="F5FFC3"/>
      </a:dk2>
      <a:lt2>
        <a:srgbClr val="7D7D7D"/>
      </a:lt2>
      <a:accent1>
        <a:srgbClr val="612C83"/>
      </a:accent1>
      <a:accent2>
        <a:srgbClr val="D2D2D2"/>
      </a:accent2>
      <a:accent3>
        <a:srgbClr val="BFBFBF"/>
      </a:accent3>
      <a:accent4>
        <a:srgbClr val="C2B5BF"/>
      </a:accent4>
      <a:accent5>
        <a:srgbClr val="303030"/>
      </a:accent5>
      <a:accent6>
        <a:srgbClr val="E7E7EC"/>
      </a:accent6>
      <a:hlink>
        <a:srgbClr val="8C8C8C"/>
      </a:hlink>
      <a:folHlink>
        <a:srgbClr val="000000"/>
      </a:folHlink>
    </a:clrScheme>
    <a:fontScheme name="Custom 11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509AAF"/>
        </a:solidFill>
        <a:ln w="12700">
          <a:noFill/>
          <a:round/>
          <a:headEnd/>
          <a:tailEnd/>
        </a:ln>
      </a:spPr>
      <a:bodyPr wrap="square" lIns="0" tIns="0" rIns="0" bIns="0" rtlCol="0" anchor="ctr">
        <a:noAutofit/>
      </a:bodyPr>
      <a:lstStyle>
        <a:defPPr algn="l">
          <a:defRPr dirty="0">
            <a:solidFill>
              <a:schemeClr val="tx2"/>
            </a:solidFill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Basis presentation DK 1">
        <a:dk1>
          <a:srgbClr val="002E5E"/>
        </a:dk1>
        <a:lt1>
          <a:srgbClr val="FFFFFF"/>
        </a:lt1>
        <a:dk2>
          <a:srgbClr val="002E5E"/>
        </a:dk2>
        <a:lt2>
          <a:srgbClr val="002E5E"/>
        </a:lt2>
        <a:accent1>
          <a:srgbClr val="FFFFFF"/>
        </a:accent1>
        <a:accent2>
          <a:srgbClr val="CDCDCD"/>
        </a:accent2>
        <a:accent3>
          <a:srgbClr val="FFFFFF"/>
        </a:accent3>
        <a:accent4>
          <a:srgbClr val="00264F"/>
        </a:accent4>
        <a:accent5>
          <a:srgbClr val="FFFFFF"/>
        </a:accent5>
        <a:accent6>
          <a:srgbClr val="BABABA"/>
        </a:accent6>
        <a:hlink>
          <a:srgbClr val="777777"/>
        </a:hlink>
        <a:folHlink>
          <a:srgbClr val="002E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asis presentation DK 2">
        <a:dk1>
          <a:srgbClr val="002E5E"/>
        </a:dk1>
        <a:lt1>
          <a:srgbClr val="FFFFFF"/>
        </a:lt1>
        <a:dk2>
          <a:srgbClr val="002E5E"/>
        </a:dk2>
        <a:lt2>
          <a:srgbClr val="002E5E"/>
        </a:lt2>
        <a:accent1>
          <a:srgbClr val="FFFFFF"/>
        </a:accent1>
        <a:accent2>
          <a:srgbClr val="979797"/>
        </a:accent2>
        <a:accent3>
          <a:srgbClr val="FFFFFF"/>
        </a:accent3>
        <a:accent4>
          <a:srgbClr val="00264F"/>
        </a:accent4>
        <a:accent5>
          <a:srgbClr val="FFFFFF"/>
        </a:accent5>
        <a:accent6>
          <a:srgbClr val="888888"/>
        </a:accent6>
        <a:hlink>
          <a:srgbClr val="494949"/>
        </a:hlink>
        <a:folHlink>
          <a:srgbClr val="002E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asis presentation DK 3">
        <a:dk1>
          <a:srgbClr val="002E5E"/>
        </a:dk1>
        <a:lt1>
          <a:srgbClr val="FFFFFF"/>
        </a:lt1>
        <a:dk2>
          <a:srgbClr val="002E5E"/>
        </a:dk2>
        <a:lt2>
          <a:srgbClr val="002E5E"/>
        </a:lt2>
        <a:accent1>
          <a:srgbClr val="FFFFFF"/>
        </a:accent1>
        <a:accent2>
          <a:srgbClr val="979797"/>
        </a:accent2>
        <a:accent3>
          <a:srgbClr val="FFFFFF"/>
        </a:accent3>
        <a:accent4>
          <a:srgbClr val="00264F"/>
        </a:accent4>
        <a:accent5>
          <a:srgbClr val="FFFFFF"/>
        </a:accent5>
        <a:accent6>
          <a:srgbClr val="888888"/>
        </a:accent6>
        <a:hlink>
          <a:srgbClr val="41ACE2"/>
        </a:hlink>
        <a:folHlink>
          <a:srgbClr val="002E5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M template new colors.pptx" id="{DBF6032C-74CD-4EB8-87D3-6A8A5ADA2D0A}" vid="{6B40890E-3518-4B1D-83AF-0511E7675902}"/>
    </a:ext>
  </a:extLst>
</a:theme>
</file>

<file path=ppt/theme/theme2.xml><?xml version="1.0" encoding="utf-8"?>
<a:theme xmlns:a="http://schemas.openxmlformats.org/drawingml/2006/main" name="Kontortema">
  <a:themeElements>
    <a:clrScheme name="">
      <a:dk1>
        <a:srgbClr val="000066"/>
      </a:dk1>
      <a:lt1>
        <a:srgbClr val="FFFFFF"/>
      </a:lt1>
      <a:dk2>
        <a:srgbClr val="000066"/>
      </a:dk2>
      <a:lt2>
        <a:srgbClr val="000000"/>
      </a:lt2>
      <a:accent1>
        <a:srgbClr val="FFFFFF"/>
      </a:accent1>
      <a:accent2>
        <a:srgbClr val="CDCDCD"/>
      </a:accent2>
      <a:accent3>
        <a:srgbClr val="FFFFFF"/>
      </a:accent3>
      <a:accent4>
        <a:srgbClr val="000056"/>
      </a:accent4>
      <a:accent5>
        <a:srgbClr val="FFFFFF"/>
      </a:accent5>
      <a:accent6>
        <a:srgbClr val="BABABA"/>
      </a:accent6>
      <a:hlink>
        <a:srgbClr val="777777"/>
      </a:hlink>
      <a:folHlink>
        <a:srgbClr val="000066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ontortem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9ED4FCBFFE2141BEF8D275EC8A6B1F" ma:contentTypeVersion="10" ma:contentTypeDescription="Create a new document." ma:contentTypeScope="" ma:versionID="101d727554ea68a1f860d78d9b6d0120">
  <xsd:schema xmlns:xsd="http://www.w3.org/2001/XMLSchema" xmlns:xs="http://www.w3.org/2001/XMLSchema" xmlns:p="http://schemas.microsoft.com/office/2006/metadata/properties" xmlns:ns2="76bd1358-98cb-4bc6-9b1c-3f3d760f5768" xmlns:ns3="7da3498b-f732-4cff-b8b6-6fbc0cd175e9" targetNamespace="http://schemas.microsoft.com/office/2006/metadata/properties" ma:root="true" ma:fieldsID="e7cae75dc3f9ee10ea3848f6ca6771a9" ns2:_="" ns3:_="">
    <xsd:import namespace="76bd1358-98cb-4bc6-9b1c-3f3d760f5768"/>
    <xsd:import namespace="7da3498b-f732-4cff-b8b6-6fbc0cd175e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d1358-98cb-4bc6-9b1c-3f3d760f57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Location" ma:index="12" nillable="true" ma:displayName="MediaServiceLocation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da3498b-f732-4cff-b8b6-6fbc0cd175e9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4949EB-D460-447E-BD5D-94A2AD359B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bd1358-98cb-4bc6-9b1c-3f3d760f5768"/>
    <ds:schemaRef ds:uri="7da3498b-f732-4cff-b8b6-6fbc0cd175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E5A6E97-AAA1-4285-AB20-2CE2C74C06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F7512EF-4A56-47BD-98DF-E5835B8FBFFE}">
  <ds:schemaRefs>
    <ds:schemaRef ds:uri="http://schemas.microsoft.com/office/2006/documentManagement/types"/>
    <ds:schemaRef ds:uri="http://purl.org/dc/elements/1.1/"/>
    <ds:schemaRef ds:uri="http://purl.org/dc/terms/"/>
    <ds:schemaRef ds:uri="http://schemas.microsoft.com/office/infopath/2007/PartnerControls"/>
    <ds:schemaRef ds:uri="76bd1358-98cb-4bc6-9b1c-3f3d760f5768"/>
    <ds:schemaRef ds:uri="http://purl.org/dc/dcmitype/"/>
    <ds:schemaRef ds:uri="http://schemas.microsoft.com/office/2006/metadata/properties"/>
    <ds:schemaRef ds:uri="http://schemas.openxmlformats.org/package/2006/metadata/core-properties"/>
    <ds:schemaRef ds:uri="7da3498b-f732-4cff-b8b6-6fbc0cd175e9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NM template new colors</Template>
  <TotalTime>24884</TotalTime>
  <Words>115</Words>
  <Application>Microsoft Office PowerPoint</Application>
  <PresentationFormat>A4 Paper (210x297 mm)</PresentationFormat>
  <Paragraphs>16</Paragraphs>
  <Slides>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3" baseType="lpstr">
      <vt:lpstr>Poppins Medium</vt:lpstr>
      <vt:lpstr>Poppins</vt:lpstr>
      <vt:lpstr>Raleway</vt:lpstr>
      <vt:lpstr>IBM Plex Sans </vt:lpstr>
      <vt:lpstr>IBM Plex Sans Light</vt:lpstr>
      <vt:lpstr>IBM Plex Sans</vt:lpstr>
      <vt:lpstr>Arial</vt:lpstr>
      <vt:lpstr>IBM Plex Sans SemiBold</vt:lpstr>
      <vt:lpstr>2010_Basis presentation UK</vt:lpstr>
      <vt:lpstr>think-cell Slide</vt:lpstr>
      <vt:lpstr>PowerPoint Presentation</vt:lpstr>
      <vt:lpstr>Problem solving precautions </vt:lpstr>
      <vt:lpstr>PowerPoint Presentation</vt:lpstr>
    </vt:vector>
  </TitlesOfParts>
  <Company>no-more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Anders Thomsen</dc:creator>
  <cp:lastModifiedBy>RAHUL SHAW</cp:lastModifiedBy>
  <cp:revision>970</cp:revision>
  <cp:lastPrinted>2016-08-13T15:57:21Z</cp:lastPrinted>
  <dcterms:created xsi:type="dcterms:W3CDTF">2016-08-13T12:33:55Z</dcterms:created>
  <dcterms:modified xsi:type="dcterms:W3CDTF">2025-12-19T16:03:03Z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1106578</vt:lpwstr>
  </property>
  <property fmtid="{D5CDD505-2E9C-101B-9397-08002B2CF9AE}" pid="3" name="NXPowerLiteVersion">
    <vt:lpwstr>D4.1.1</vt:lpwstr>
  </property>
  <property fmtid="{D5CDD505-2E9C-101B-9397-08002B2CF9AE}" pid="4" name="ContentTypeId">
    <vt:lpwstr>0x010100AB9ED4FCBFFE2141BEF8D275EC8A6B1F</vt:lpwstr>
  </property>
</Properties>
</file>
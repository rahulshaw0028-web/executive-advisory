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51" r:id="rId4"/>
  </p:sldMasterIdLst>
  <p:notesMasterIdLst>
    <p:notesMasterId r:id="rId10"/>
  </p:notesMasterIdLst>
  <p:handoutMasterIdLst>
    <p:handoutMasterId r:id="rId11"/>
  </p:handoutMasterIdLst>
  <p:sldIdLst>
    <p:sldId id="731" r:id="rId5"/>
    <p:sldId id="732" r:id="rId6"/>
    <p:sldId id="733" r:id="rId7"/>
    <p:sldId id="734" r:id="rId8"/>
    <p:sldId id="736" r:id="rId9"/>
  </p:sldIdLst>
  <p:sldSz cx="9906000" cy="6858000" type="A4"/>
  <p:notesSz cx="6794500" cy="9931400"/>
  <p:embeddedFontLst>
    <p:embeddedFont>
      <p:font typeface="IBM Plex Sans" panose="020B0503050203000203" pitchFamily="34" charset="0"/>
      <p:regular r:id="rId12"/>
      <p:bold r:id="rId13"/>
      <p:italic r:id="rId14"/>
      <p:boldItalic r:id="rId15"/>
    </p:embeddedFont>
    <p:embeddedFont>
      <p:font typeface="IBM Plex Sans Light" panose="020B0403050203000203" pitchFamily="34" charset="0"/>
      <p:regular r:id="rId16"/>
      <p:italic r:id="rId17"/>
    </p:embeddedFont>
    <p:embeddedFont>
      <p:font typeface="IBM Plex Sans SemiBold" panose="020B070305020300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ne johansen" initials="rj" lastIdx="1" clrIdx="0">
    <p:extLst>
      <p:ext uri="{19B8F6BF-5375-455C-9EA6-DF929625EA0E}">
        <p15:presenceInfo xmlns:p15="http://schemas.microsoft.com/office/powerpoint/2012/main" userId="a5ca7d38af8eb9e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F2F2F2"/>
    <a:srgbClr val="7DD8C7"/>
    <a:srgbClr val="F5FFC3"/>
    <a:srgbClr val="509AAF"/>
    <a:srgbClr val="E614D7"/>
    <a:srgbClr val="1EABD9"/>
    <a:srgbClr val="1994CB"/>
    <a:srgbClr val="107AAB"/>
    <a:srgbClr val="064F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96" autoAdjust="0"/>
    <p:restoredTop sz="95673" autoAdjust="0"/>
  </p:normalViewPr>
  <p:slideViewPr>
    <p:cSldViewPr snapToGrid="0">
      <p:cViewPr>
        <p:scale>
          <a:sx n="75" d="100"/>
          <a:sy n="75" d="100"/>
        </p:scale>
        <p:origin x="672" y="11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346"/>
    </p:cViewPr>
  </p:sorterViewPr>
  <p:notesViewPr>
    <p:cSldViewPr snapToGrid="0">
      <p:cViewPr varScale="1">
        <p:scale>
          <a:sx n="63" d="100"/>
          <a:sy n="63" d="100"/>
        </p:scale>
        <p:origin x="341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21" Type="http://schemas.openxmlformats.org/officeDocument/2006/relationships/font" Target="fonts/font10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24" Type="http://schemas.openxmlformats.org/officeDocument/2006/relationships/font" Target="fonts/font13.fntdata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C89231-1F0B-44BA-9E74-2F69745B43B0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5F6CAA-47E8-4075-AC82-08B1F45C9534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AF"/>
              </a:solidFill>
              <a:latin typeface="IBM Plex Sans "/>
            </a:rPr>
            <a:t>Clarify the issue</a:t>
          </a:r>
          <a:r>
            <a:rPr lang="en-US" sz="1400" dirty="0">
              <a:solidFill>
                <a:srgbClr val="509AAF"/>
              </a:solidFill>
              <a:latin typeface="IBM Plex Sans "/>
            </a:rPr>
            <a:t> – </a:t>
          </a:r>
          <a:br>
            <a:rPr lang="en-US" sz="1400" dirty="0">
              <a:solidFill>
                <a:srgbClr val="509AAF"/>
              </a:solidFill>
              <a:latin typeface="IBM Plex Sans "/>
            </a:rPr>
          </a:br>
          <a:r>
            <a:rPr lang="en-US" sz="1400" dirty="0">
              <a:solidFill>
                <a:srgbClr val="509AAF"/>
              </a:solidFill>
              <a:latin typeface="IBM Plex Sans "/>
            </a:rPr>
            <a:t>Ensure everyone understands the problem.</a:t>
          </a:r>
        </a:p>
      </dgm:t>
    </dgm:pt>
    <dgm:pt modelId="{117B4560-1398-4CC8-A8A5-F0F478D089C5}" type="parTrans" cxnId="{15F1B39F-D438-4780-A031-ADB7EC1EE384}">
      <dgm:prSet/>
      <dgm:spPr/>
      <dgm:t>
        <a:bodyPr/>
        <a:lstStyle/>
        <a:p>
          <a:endParaRPr lang="en-US"/>
        </a:p>
      </dgm:t>
    </dgm:pt>
    <dgm:pt modelId="{4BAC6C1E-C271-4ACF-BF33-51CEECC090D4}" type="sibTrans" cxnId="{15F1B39F-D438-4780-A031-ADB7EC1EE384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4983C8E6-A03A-40DE-BBA9-D89F889D0AA1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AF"/>
              </a:solidFill>
              <a:latin typeface="IBM Plex Sans "/>
            </a:rPr>
            <a:t>Check data quality</a:t>
          </a:r>
          <a:r>
            <a:rPr lang="en-US" sz="1400" dirty="0">
              <a:solidFill>
                <a:srgbClr val="509AAF"/>
              </a:solidFill>
              <a:latin typeface="IBM Plex Sans "/>
            </a:rPr>
            <a:t> – </a:t>
          </a:r>
          <a:br>
            <a:rPr lang="en-US" sz="1400" dirty="0">
              <a:solidFill>
                <a:srgbClr val="509AAF"/>
              </a:solidFill>
              <a:latin typeface="IBM Plex Sans "/>
            </a:rPr>
          </a:br>
          <a:r>
            <a:rPr lang="en-US" sz="1400" dirty="0">
              <a:solidFill>
                <a:srgbClr val="509AAF"/>
              </a:solidFill>
              <a:latin typeface="IBM Plex Sans "/>
            </a:rPr>
            <a:t>Use reliable, up-to-date information.</a:t>
          </a:r>
        </a:p>
      </dgm:t>
    </dgm:pt>
    <dgm:pt modelId="{C070F3C6-8F5D-40B7-8C3E-8F53BE8C3DD2}" type="parTrans" cxnId="{DFCF9DE3-087F-4130-AB89-568170EEB8DB}">
      <dgm:prSet/>
      <dgm:spPr/>
      <dgm:t>
        <a:bodyPr/>
        <a:lstStyle/>
        <a:p>
          <a:endParaRPr lang="en-US"/>
        </a:p>
      </dgm:t>
    </dgm:pt>
    <dgm:pt modelId="{CD89D0A2-134E-43F7-876D-34D7084A7DBF}" type="sibTrans" cxnId="{DFCF9DE3-087F-4130-AB89-568170EEB8DB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7233C95C-AB53-4AF9-B2D2-E054C65B8FFA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 err="1">
              <a:solidFill>
                <a:srgbClr val="509AC5"/>
              </a:solidFill>
              <a:latin typeface="IBM Plex Sans "/>
            </a:rPr>
            <a:t>Analyse</a:t>
          </a:r>
          <a:r>
            <a:rPr lang="en-US" sz="1400" b="1" dirty="0">
              <a:solidFill>
                <a:srgbClr val="509AC5"/>
              </a:solidFill>
              <a:latin typeface="IBM Plex Sans "/>
            </a:rPr>
            <a:t> root causes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Don’t confuse symptoms with causes.</a:t>
          </a:r>
        </a:p>
      </dgm:t>
    </dgm:pt>
    <dgm:pt modelId="{6F4BC102-350E-498D-9F0D-7D774093D4A4}" type="parTrans" cxnId="{719920E3-DE7B-4DAD-9E0C-9D0C722B8555}">
      <dgm:prSet/>
      <dgm:spPr/>
      <dgm:t>
        <a:bodyPr/>
        <a:lstStyle/>
        <a:p>
          <a:endParaRPr lang="en-US"/>
        </a:p>
      </dgm:t>
    </dgm:pt>
    <dgm:pt modelId="{B75534F1-A060-4154-AE47-0032E36B027A}" type="sibTrans" cxnId="{719920E3-DE7B-4DAD-9E0C-9D0C722B8555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BBFF9BA9-0F2C-4BB2-B1CB-7D8E41CEB549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C5"/>
              </a:solidFill>
              <a:latin typeface="IBM Plex Sans "/>
            </a:rPr>
            <a:t>Explore alternatives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Avoid settling on the first idea.</a:t>
          </a:r>
        </a:p>
      </dgm:t>
    </dgm:pt>
    <dgm:pt modelId="{648CD48F-D7BD-4223-99A1-24DC14D9422B}" type="parTrans" cxnId="{7EF085EC-C9BF-4D97-9744-C67B096BACFF}">
      <dgm:prSet/>
      <dgm:spPr/>
      <dgm:t>
        <a:bodyPr/>
        <a:lstStyle/>
        <a:p>
          <a:endParaRPr lang="en-US"/>
        </a:p>
      </dgm:t>
    </dgm:pt>
    <dgm:pt modelId="{3D1F6A12-0D0D-46DA-B156-BE1CD38E0EB6}" type="sibTrans" cxnId="{7EF085EC-C9BF-4D97-9744-C67B096BACFF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98088802-290E-4FAC-9E7A-638A055CE66B}">
      <dgm:prSet custT="1"/>
      <dgm:spPr>
        <a:solidFill>
          <a:srgbClr val="F2F2F2"/>
        </a:solidFill>
        <a:ln>
          <a:noFill/>
        </a:ln>
      </dgm:spPr>
      <dgm:t>
        <a:bodyPr/>
        <a:lstStyle/>
        <a:p>
          <a:r>
            <a:rPr lang="en-US" sz="1400" b="1" dirty="0">
              <a:solidFill>
                <a:srgbClr val="509AC5"/>
              </a:solidFill>
              <a:latin typeface="IBM Plex Sans "/>
            </a:rPr>
            <a:t>Assess feasibility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Time, cost, resources, constraints.</a:t>
          </a:r>
        </a:p>
      </dgm:t>
    </dgm:pt>
    <dgm:pt modelId="{75E93C78-EABA-4F97-9DF8-6A44FE8628C6}" type="parTrans" cxnId="{0F11A640-4287-4D82-B08B-C8DE21D5C3F1}">
      <dgm:prSet/>
      <dgm:spPr/>
      <dgm:t>
        <a:bodyPr/>
        <a:lstStyle/>
        <a:p>
          <a:endParaRPr lang="en-US"/>
        </a:p>
      </dgm:t>
    </dgm:pt>
    <dgm:pt modelId="{3671DAA9-61CF-4DA9-8E74-5809C740154B}" type="sibTrans" cxnId="{0F11A640-4287-4D82-B08B-C8DE21D5C3F1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474889BD-DFF1-4A06-8548-449D3BACE9DE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C5"/>
              </a:solidFill>
              <a:latin typeface="IBM Plex Sans "/>
            </a:rPr>
            <a:t>Challenge biases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Stay objective and evidence-based.</a:t>
          </a:r>
        </a:p>
      </dgm:t>
    </dgm:pt>
    <dgm:pt modelId="{340A1F00-5170-4708-93C5-93F8276A0371}" type="parTrans" cxnId="{1E5671C4-1852-4FDF-A280-11CE91DEA09A}">
      <dgm:prSet/>
      <dgm:spPr/>
      <dgm:t>
        <a:bodyPr/>
        <a:lstStyle/>
        <a:p>
          <a:endParaRPr lang="en-US"/>
        </a:p>
      </dgm:t>
    </dgm:pt>
    <dgm:pt modelId="{3C376467-EFA6-4CB4-A45E-97B3C49B4A64}" type="sibTrans" cxnId="{1E5671C4-1852-4FDF-A280-11CE91DEA09A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E8D05D91-6F67-40E6-A8E4-8CDF6DBBFDB8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C5"/>
              </a:solidFill>
              <a:latin typeface="IBM Plex Sans "/>
            </a:rPr>
            <a:t>Prototype or test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Reduce risks before full execution.</a:t>
          </a:r>
        </a:p>
      </dgm:t>
    </dgm:pt>
    <dgm:pt modelId="{86CB4743-16AA-4670-AB3F-F26FA25F4986}" type="parTrans" cxnId="{B79180C9-821A-474F-BEC1-10DA81D8BD33}">
      <dgm:prSet/>
      <dgm:spPr/>
      <dgm:t>
        <a:bodyPr/>
        <a:lstStyle/>
        <a:p>
          <a:endParaRPr lang="en-US"/>
        </a:p>
      </dgm:t>
    </dgm:pt>
    <dgm:pt modelId="{BF6EC5D0-C883-4298-B269-0495A2C82360}" type="sibTrans" cxnId="{B79180C9-821A-474F-BEC1-10DA81D8BD33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325A3B99-1051-453B-B1FD-6D6444054615}">
      <dgm:prSet custT="1"/>
      <dgm:spPr>
        <a:solidFill>
          <a:srgbClr val="F2F2F2"/>
        </a:solidFill>
      </dgm:spPr>
      <dgm:t>
        <a:bodyPr/>
        <a:lstStyle/>
        <a:p>
          <a:pPr algn="ctr"/>
          <a:r>
            <a:rPr lang="en-US" sz="1400" b="1" dirty="0">
              <a:solidFill>
                <a:srgbClr val="509AC5"/>
              </a:solidFill>
              <a:latin typeface="IBM Plex Sans "/>
            </a:rPr>
            <a:t>Measure outcomes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 </a:t>
          </a:r>
        </a:p>
        <a:p>
          <a:pPr algn="ctr"/>
          <a:r>
            <a:rPr lang="en-US" sz="1400" dirty="0">
              <a:solidFill>
                <a:srgbClr val="509AC5"/>
              </a:solidFill>
              <a:latin typeface="IBM Plex Sans "/>
            </a:rPr>
            <a:t>Track progress and adjust quickly.</a:t>
          </a:r>
        </a:p>
      </dgm:t>
    </dgm:pt>
    <dgm:pt modelId="{37D8571C-F3F2-43B5-B970-77BA3BD868CB}" type="parTrans" cxnId="{72498E8E-CA45-4FBF-A32D-192087A08527}">
      <dgm:prSet/>
      <dgm:spPr/>
      <dgm:t>
        <a:bodyPr/>
        <a:lstStyle/>
        <a:p>
          <a:endParaRPr lang="en-US"/>
        </a:p>
      </dgm:t>
    </dgm:pt>
    <dgm:pt modelId="{1657DEC3-FF6C-4264-BB13-66920A63C89C}" type="sibTrans" cxnId="{72498E8E-CA45-4FBF-A32D-192087A08527}">
      <dgm:prSet/>
      <dgm:spPr>
        <a:solidFill>
          <a:srgbClr val="7CE1C7"/>
        </a:solidFill>
      </dgm:spPr>
      <dgm:t>
        <a:bodyPr/>
        <a:lstStyle/>
        <a:p>
          <a:endParaRPr lang="en-US"/>
        </a:p>
      </dgm:t>
    </dgm:pt>
    <dgm:pt modelId="{1A4CA3D1-1C85-49CF-B579-0604FE5B2F6A}">
      <dgm:prSet custT="1"/>
      <dgm:spPr>
        <a:solidFill>
          <a:srgbClr val="F2F2F2"/>
        </a:solidFill>
      </dgm:spPr>
      <dgm:t>
        <a:bodyPr/>
        <a:lstStyle/>
        <a:p>
          <a:r>
            <a:rPr lang="en-US" sz="1400" b="1" dirty="0">
              <a:solidFill>
                <a:srgbClr val="509AC5"/>
              </a:solidFill>
              <a:latin typeface="IBM Plex Sans "/>
            </a:rPr>
            <a:t>Reflect &amp; record</a:t>
          </a:r>
          <a:r>
            <a:rPr lang="en-US" sz="14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dirty="0">
              <a:solidFill>
                <a:srgbClr val="509AC5"/>
              </a:solidFill>
              <a:latin typeface="IBM Plex Sans "/>
            </a:rPr>
          </a:br>
          <a:r>
            <a:rPr lang="en-US" sz="1400" dirty="0">
              <a:solidFill>
                <a:srgbClr val="509AC5"/>
              </a:solidFill>
              <a:latin typeface="IBM Plex Sans "/>
            </a:rPr>
            <a:t>Capture insights for future cases.</a:t>
          </a:r>
        </a:p>
      </dgm:t>
    </dgm:pt>
    <dgm:pt modelId="{17FDF492-919D-44B5-B385-24644B5BFC46}" type="parTrans" cxnId="{48C09BD2-D23D-438E-87D7-A238961C5059}">
      <dgm:prSet/>
      <dgm:spPr/>
      <dgm:t>
        <a:bodyPr/>
        <a:lstStyle/>
        <a:p>
          <a:endParaRPr lang="en-US"/>
        </a:p>
      </dgm:t>
    </dgm:pt>
    <dgm:pt modelId="{2011CADA-4036-4ACF-9571-71CB9876B782}" type="sibTrans" cxnId="{48C09BD2-D23D-438E-87D7-A238961C5059}">
      <dgm:prSet/>
      <dgm:spPr/>
      <dgm:t>
        <a:bodyPr/>
        <a:lstStyle/>
        <a:p>
          <a:endParaRPr lang="en-US"/>
        </a:p>
      </dgm:t>
    </dgm:pt>
    <dgm:pt modelId="{034EB871-53CC-4304-8DA6-6F2E6B078146}" type="pres">
      <dgm:prSet presAssocID="{70C89231-1F0B-44BA-9E74-2F69745B43B0}" presName="Name0" presStyleCnt="0">
        <dgm:presLayoutVars>
          <dgm:dir/>
          <dgm:resizeHandles/>
        </dgm:presLayoutVars>
      </dgm:prSet>
      <dgm:spPr/>
    </dgm:pt>
    <dgm:pt modelId="{6774090E-337A-4B28-AB05-20F5026AA4B8}" type="pres">
      <dgm:prSet presAssocID="{035F6CAA-47E8-4075-AC82-08B1F45C9534}" presName="compNode" presStyleCnt="0"/>
      <dgm:spPr/>
    </dgm:pt>
    <dgm:pt modelId="{319A8D87-9B69-408B-9CB9-9A8D5667E94C}" type="pres">
      <dgm:prSet presAssocID="{035F6CAA-47E8-4075-AC82-08B1F45C9534}" presName="dummyConnPt" presStyleCnt="0"/>
      <dgm:spPr/>
    </dgm:pt>
    <dgm:pt modelId="{127F437D-FFD4-4C10-A943-E18CBE152A4E}" type="pres">
      <dgm:prSet presAssocID="{035F6CAA-47E8-4075-AC82-08B1F45C9534}" presName="node" presStyleLbl="node1" presStyleIdx="0" presStyleCnt="9">
        <dgm:presLayoutVars>
          <dgm:bulletEnabled val="1"/>
        </dgm:presLayoutVars>
      </dgm:prSet>
      <dgm:spPr/>
    </dgm:pt>
    <dgm:pt modelId="{6368C586-851A-4F3C-B95A-A1E297B657CD}" type="pres">
      <dgm:prSet presAssocID="{4BAC6C1E-C271-4ACF-BF33-51CEECC090D4}" presName="sibTrans" presStyleLbl="bgSibTrans2D1" presStyleIdx="0" presStyleCnt="8"/>
      <dgm:spPr/>
    </dgm:pt>
    <dgm:pt modelId="{CD1692F9-E5F4-4662-9F47-7A908379DEB3}" type="pres">
      <dgm:prSet presAssocID="{4983C8E6-A03A-40DE-BBA9-D89F889D0AA1}" presName="compNode" presStyleCnt="0"/>
      <dgm:spPr/>
    </dgm:pt>
    <dgm:pt modelId="{9FBE51AC-66B9-4F22-AC9F-0F26A959050E}" type="pres">
      <dgm:prSet presAssocID="{4983C8E6-A03A-40DE-BBA9-D89F889D0AA1}" presName="dummyConnPt" presStyleCnt="0"/>
      <dgm:spPr/>
    </dgm:pt>
    <dgm:pt modelId="{E367BCA2-A185-4C3C-B1DA-8F0F8D57AEE9}" type="pres">
      <dgm:prSet presAssocID="{4983C8E6-A03A-40DE-BBA9-D89F889D0AA1}" presName="node" presStyleLbl="node1" presStyleIdx="1" presStyleCnt="9">
        <dgm:presLayoutVars>
          <dgm:bulletEnabled val="1"/>
        </dgm:presLayoutVars>
      </dgm:prSet>
      <dgm:spPr/>
    </dgm:pt>
    <dgm:pt modelId="{C7BD93EC-3796-4A0D-9060-387806F5D0E2}" type="pres">
      <dgm:prSet presAssocID="{CD89D0A2-134E-43F7-876D-34D7084A7DBF}" presName="sibTrans" presStyleLbl="bgSibTrans2D1" presStyleIdx="1" presStyleCnt="8"/>
      <dgm:spPr/>
    </dgm:pt>
    <dgm:pt modelId="{F1F3BEC5-C19C-41F5-857F-B707D777D03C}" type="pres">
      <dgm:prSet presAssocID="{7233C95C-AB53-4AF9-B2D2-E054C65B8FFA}" presName="compNode" presStyleCnt="0"/>
      <dgm:spPr/>
    </dgm:pt>
    <dgm:pt modelId="{1E14E82E-8298-4B60-BFAE-7F0C5E0D3B9C}" type="pres">
      <dgm:prSet presAssocID="{7233C95C-AB53-4AF9-B2D2-E054C65B8FFA}" presName="dummyConnPt" presStyleCnt="0"/>
      <dgm:spPr/>
    </dgm:pt>
    <dgm:pt modelId="{28B51184-9CEA-4571-AF69-CC623E681537}" type="pres">
      <dgm:prSet presAssocID="{7233C95C-AB53-4AF9-B2D2-E054C65B8FFA}" presName="node" presStyleLbl="node1" presStyleIdx="2" presStyleCnt="9">
        <dgm:presLayoutVars>
          <dgm:bulletEnabled val="1"/>
        </dgm:presLayoutVars>
      </dgm:prSet>
      <dgm:spPr/>
    </dgm:pt>
    <dgm:pt modelId="{7F4C5AF7-EAB9-41E3-B7BB-0A4EBB534FE4}" type="pres">
      <dgm:prSet presAssocID="{B75534F1-A060-4154-AE47-0032E36B027A}" presName="sibTrans" presStyleLbl="bgSibTrans2D1" presStyleIdx="2" presStyleCnt="8"/>
      <dgm:spPr/>
    </dgm:pt>
    <dgm:pt modelId="{578A0A34-49DF-4267-A44E-0F66EC738CF0}" type="pres">
      <dgm:prSet presAssocID="{BBFF9BA9-0F2C-4BB2-B1CB-7D8E41CEB549}" presName="compNode" presStyleCnt="0"/>
      <dgm:spPr/>
    </dgm:pt>
    <dgm:pt modelId="{8B67F76F-4B4E-42EA-9362-04F239806857}" type="pres">
      <dgm:prSet presAssocID="{BBFF9BA9-0F2C-4BB2-B1CB-7D8E41CEB549}" presName="dummyConnPt" presStyleCnt="0"/>
      <dgm:spPr/>
    </dgm:pt>
    <dgm:pt modelId="{D3CB8CB3-C29C-433A-884E-2646B498F5C6}" type="pres">
      <dgm:prSet presAssocID="{BBFF9BA9-0F2C-4BB2-B1CB-7D8E41CEB549}" presName="node" presStyleLbl="node1" presStyleIdx="3" presStyleCnt="9">
        <dgm:presLayoutVars>
          <dgm:bulletEnabled val="1"/>
        </dgm:presLayoutVars>
      </dgm:prSet>
      <dgm:spPr/>
    </dgm:pt>
    <dgm:pt modelId="{BA353CFE-D3F8-4D77-BADB-3BA68A5CE97E}" type="pres">
      <dgm:prSet presAssocID="{3D1F6A12-0D0D-46DA-B156-BE1CD38E0EB6}" presName="sibTrans" presStyleLbl="bgSibTrans2D1" presStyleIdx="3" presStyleCnt="8"/>
      <dgm:spPr/>
    </dgm:pt>
    <dgm:pt modelId="{48578C9D-1F05-4021-A6AB-1247B0E67CE9}" type="pres">
      <dgm:prSet presAssocID="{98088802-290E-4FAC-9E7A-638A055CE66B}" presName="compNode" presStyleCnt="0"/>
      <dgm:spPr/>
    </dgm:pt>
    <dgm:pt modelId="{AA24B8C7-CDB9-4884-92DD-7918C3DD35B7}" type="pres">
      <dgm:prSet presAssocID="{98088802-290E-4FAC-9E7A-638A055CE66B}" presName="dummyConnPt" presStyleCnt="0"/>
      <dgm:spPr/>
    </dgm:pt>
    <dgm:pt modelId="{90F10FEC-6599-472B-A733-F47C452DB0BC}" type="pres">
      <dgm:prSet presAssocID="{98088802-290E-4FAC-9E7A-638A055CE66B}" presName="node" presStyleLbl="node1" presStyleIdx="4" presStyleCnt="9">
        <dgm:presLayoutVars>
          <dgm:bulletEnabled val="1"/>
        </dgm:presLayoutVars>
      </dgm:prSet>
      <dgm:spPr/>
    </dgm:pt>
    <dgm:pt modelId="{4FF11804-30B6-4194-B260-14860A6A1707}" type="pres">
      <dgm:prSet presAssocID="{3671DAA9-61CF-4DA9-8E74-5809C740154B}" presName="sibTrans" presStyleLbl="bgSibTrans2D1" presStyleIdx="4" presStyleCnt="8"/>
      <dgm:spPr/>
    </dgm:pt>
    <dgm:pt modelId="{706F362B-6396-4E57-B2E9-AF5E740F8B4D}" type="pres">
      <dgm:prSet presAssocID="{474889BD-DFF1-4A06-8548-449D3BACE9DE}" presName="compNode" presStyleCnt="0"/>
      <dgm:spPr/>
    </dgm:pt>
    <dgm:pt modelId="{78FBB471-1F07-4A74-BD6C-5873BC88FD83}" type="pres">
      <dgm:prSet presAssocID="{474889BD-DFF1-4A06-8548-449D3BACE9DE}" presName="dummyConnPt" presStyleCnt="0"/>
      <dgm:spPr/>
    </dgm:pt>
    <dgm:pt modelId="{D92B4AF0-EA15-408A-92D3-DCF066BE40F2}" type="pres">
      <dgm:prSet presAssocID="{474889BD-DFF1-4A06-8548-449D3BACE9DE}" presName="node" presStyleLbl="node1" presStyleIdx="5" presStyleCnt="9">
        <dgm:presLayoutVars>
          <dgm:bulletEnabled val="1"/>
        </dgm:presLayoutVars>
      </dgm:prSet>
      <dgm:spPr/>
    </dgm:pt>
    <dgm:pt modelId="{9DF159ED-2037-4E24-A906-D8B1C5DA6BE4}" type="pres">
      <dgm:prSet presAssocID="{3C376467-EFA6-4CB4-A45E-97B3C49B4A64}" presName="sibTrans" presStyleLbl="bgSibTrans2D1" presStyleIdx="5" presStyleCnt="8"/>
      <dgm:spPr/>
    </dgm:pt>
    <dgm:pt modelId="{4413F509-8B1A-48A4-8919-782F388EFDA7}" type="pres">
      <dgm:prSet presAssocID="{E8D05D91-6F67-40E6-A8E4-8CDF6DBBFDB8}" presName="compNode" presStyleCnt="0"/>
      <dgm:spPr/>
    </dgm:pt>
    <dgm:pt modelId="{C7064CB4-E9C8-4E70-B7FB-F936715E9310}" type="pres">
      <dgm:prSet presAssocID="{E8D05D91-6F67-40E6-A8E4-8CDF6DBBFDB8}" presName="dummyConnPt" presStyleCnt="0"/>
      <dgm:spPr/>
    </dgm:pt>
    <dgm:pt modelId="{52C424A6-D95E-480D-9A37-4B2EF7E71FC1}" type="pres">
      <dgm:prSet presAssocID="{E8D05D91-6F67-40E6-A8E4-8CDF6DBBFDB8}" presName="node" presStyleLbl="node1" presStyleIdx="6" presStyleCnt="9">
        <dgm:presLayoutVars>
          <dgm:bulletEnabled val="1"/>
        </dgm:presLayoutVars>
      </dgm:prSet>
      <dgm:spPr/>
    </dgm:pt>
    <dgm:pt modelId="{AD186301-26B4-490F-AD65-C79DCF3E6349}" type="pres">
      <dgm:prSet presAssocID="{BF6EC5D0-C883-4298-B269-0495A2C82360}" presName="sibTrans" presStyleLbl="bgSibTrans2D1" presStyleIdx="6" presStyleCnt="8"/>
      <dgm:spPr/>
    </dgm:pt>
    <dgm:pt modelId="{522EF9C6-4ED1-4344-A0BA-09931A6C3684}" type="pres">
      <dgm:prSet presAssocID="{325A3B99-1051-453B-B1FD-6D6444054615}" presName="compNode" presStyleCnt="0"/>
      <dgm:spPr/>
    </dgm:pt>
    <dgm:pt modelId="{506581D3-DF78-419A-BDD4-F662A1EAA73A}" type="pres">
      <dgm:prSet presAssocID="{325A3B99-1051-453B-B1FD-6D6444054615}" presName="dummyConnPt" presStyleCnt="0"/>
      <dgm:spPr/>
    </dgm:pt>
    <dgm:pt modelId="{DC74A482-113F-4FF6-82C5-5DB5D3F0F3E3}" type="pres">
      <dgm:prSet presAssocID="{325A3B99-1051-453B-B1FD-6D6444054615}" presName="node" presStyleLbl="node1" presStyleIdx="7" presStyleCnt="9">
        <dgm:presLayoutVars>
          <dgm:bulletEnabled val="1"/>
        </dgm:presLayoutVars>
      </dgm:prSet>
      <dgm:spPr/>
    </dgm:pt>
    <dgm:pt modelId="{4855A126-03EA-4722-BFBE-0F764789D8BB}" type="pres">
      <dgm:prSet presAssocID="{1657DEC3-FF6C-4264-BB13-66920A63C89C}" presName="sibTrans" presStyleLbl="bgSibTrans2D1" presStyleIdx="7" presStyleCnt="8"/>
      <dgm:spPr/>
    </dgm:pt>
    <dgm:pt modelId="{86183717-967B-494F-9A2D-C206BD3D106B}" type="pres">
      <dgm:prSet presAssocID="{1A4CA3D1-1C85-49CF-B579-0604FE5B2F6A}" presName="compNode" presStyleCnt="0"/>
      <dgm:spPr/>
    </dgm:pt>
    <dgm:pt modelId="{887B20D4-4874-4004-B0B3-1E0134428AEA}" type="pres">
      <dgm:prSet presAssocID="{1A4CA3D1-1C85-49CF-B579-0604FE5B2F6A}" presName="dummyConnPt" presStyleCnt="0"/>
      <dgm:spPr/>
    </dgm:pt>
    <dgm:pt modelId="{4F118941-29D4-4CEE-B612-5879FFFCB019}" type="pres">
      <dgm:prSet presAssocID="{1A4CA3D1-1C85-49CF-B579-0604FE5B2F6A}" presName="node" presStyleLbl="node1" presStyleIdx="8" presStyleCnt="9">
        <dgm:presLayoutVars>
          <dgm:bulletEnabled val="1"/>
        </dgm:presLayoutVars>
      </dgm:prSet>
      <dgm:spPr/>
    </dgm:pt>
  </dgm:ptLst>
  <dgm:cxnLst>
    <dgm:cxn modelId="{4E2F020E-F28D-4090-99BB-B6408E93D10D}" type="presOf" srcId="{3C376467-EFA6-4CB4-A45E-97B3C49B4A64}" destId="{9DF159ED-2037-4E24-A906-D8B1C5DA6BE4}" srcOrd="0" destOrd="0" presId="urn:microsoft.com/office/officeart/2005/8/layout/bProcess4"/>
    <dgm:cxn modelId="{BB0CA810-FE8F-4699-AD0C-312D437BE106}" type="presOf" srcId="{7233C95C-AB53-4AF9-B2D2-E054C65B8FFA}" destId="{28B51184-9CEA-4571-AF69-CC623E681537}" srcOrd="0" destOrd="0" presId="urn:microsoft.com/office/officeart/2005/8/layout/bProcess4"/>
    <dgm:cxn modelId="{00746E21-4D01-461B-A123-3CBF45D57ED3}" type="presOf" srcId="{70C89231-1F0B-44BA-9E74-2F69745B43B0}" destId="{034EB871-53CC-4304-8DA6-6F2E6B078146}" srcOrd="0" destOrd="0" presId="urn:microsoft.com/office/officeart/2005/8/layout/bProcess4"/>
    <dgm:cxn modelId="{8D3FE333-99F4-4BD7-89B1-64B528CC5CFC}" type="presOf" srcId="{CD89D0A2-134E-43F7-876D-34D7084A7DBF}" destId="{C7BD93EC-3796-4A0D-9060-387806F5D0E2}" srcOrd="0" destOrd="0" presId="urn:microsoft.com/office/officeart/2005/8/layout/bProcess4"/>
    <dgm:cxn modelId="{B3C94034-2966-4C94-A922-1B0587BB6891}" type="presOf" srcId="{1657DEC3-FF6C-4264-BB13-66920A63C89C}" destId="{4855A126-03EA-4722-BFBE-0F764789D8BB}" srcOrd="0" destOrd="0" presId="urn:microsoft.com/office/officeart/2005/8/layout/bProcess4"/>
    <dgm:cxn modelId="{0F11A640-4287-4D82-B08B-C8DE21D5C3F1}" srcId="{70C89231-1F0B-44BA-9E74-2F69745B43B0}" destId="{98088802-290E-4FAC-9E7A-638A055CE66B}" srcOrd="4" destOrd="0" parTransId="{75E93C78-EABA-4F97-9DF8-6A44FE8628C6}" sibTransId="{3671DAA9-61CF-4DA9-8E74-5809C740154B}"/>
    <dgm:cxn modelId="{872E3C5D-FD3C-4BA2-958A-8A9B927356B5}" type="presOf" srcId="{325A3B99-1051-453B-B1FD-6D6444054615}" destId="{DC74A482-113F-4FF6-82C5-5DB5D3F0F3E3}" srcOrd="0" destOrd="0" presId="urn:microsoft.com/office/officeart/2005/8/layout/bProcess4"/>
    <dgm:cxn modelId="{FAE7A344-2861-4982-B8D2-59A6F416D1E1}" type="presOf" srcId="{474889BD-DFF1-4A06-8548-449D3BACE9DE}" destId="{D92B4AF0-EA15-408A-92D3-DCF066BE40F2}" srcOrd="0" destOrd="0" presId="urn:microsoft.com/office/officeart/2005/8/layout/bProcess4"/>
    <dgm:cxn modelId="{B3223B4A-39B9-4566-A7ED-2D9BD7CD1A84}" type="presOf" srcId="{4983C8E6-A03A-40DE-BBA9-D89F889D0AA1}" destId="{E367BCA2-A185-4C3C-B1DA-8F0F8D57AEE9}" srcOrd="0" destOrd="0" presId="urn:microsoft.com/office/officeart/2005/8/layout/bProcess4"/>
    <dgm:cxn modelId="{15EED471-A884-4CB8-8DF9-C510462DEF0C}" type="presOf" srcId="{3D1F6A12-0D0D-46DA-B156-BE1CD38E0EB6}" destId="{BA353CFE-D3F8-4D77-BADB-3BA68A5CE97E}" srcOrd="0" destOrd="0" presId="urn:microsoft.com/office/officeart/2005/8/layout/bProcess4"/>
    <dgm:cxn modelId="{4C9C2A7A-03EA-41AB-9FE3-4BF5CD0C4598}" type="presOf" srcId="{98088802-290E-4FAC-9E7A-638A055CE66B}" destId="{90F10FEC-6599-472B-A733-F47C452DB0BC}" srcOrd="0" destOrd="0" presId="urn:microsoft.com/office/officeart/2005/8/layout/bProcess4"/>
    <dgm:cxn modelId="{72498E8E-CA45-4FBF-A32D-192087A08527}" srcId="{70C89231-1F0B-44BA-9E74-2F69745B43B0}" destId="{325A3B99-1051-453B-B1FD-6D6444054615}" srcOrd="7" destOrd="0" parTransId="{37D8571C-F3F2-43B5-B970-77BA3BD868CB}" sibTransId="{1657DEC3-FF6C-4264-BB13-66920A63C89C}"/>
    <dgm:cxn modelId="{A0E2E393-3C00-4508-A04A-514B82983267}" type="presOf" srcId="{4BAC6C1E-C271-4ACF-BF33-51CEECC090D4}" destId="{6368C586-851A-4F3C-B95A-A1E297B657CD}" srcOrd="0" destOrd="0" presId="urn:microsoft.com/office/officeart/2005/8/layout/bProcess4"/>
    <dgm:cxn modelId="{15F1B39F-D438-4780-A031-ADB7EC1EE384}" srcId="{70C89231-1F0B-44BA-9E74-2F69745B43B0}" destId="{035F6CAA-47E8-4075-AC82-08B1F45C9534}" srcOrd="0" destOrd="0" parTransId="{117B4560-1398-4CC8-A8A5-F0F478D089C5}" sibTransId="{4BAC6C1E-C271-4ACF-BF33-51CEECC090D4}"/>
    <dgm:cxn modelId="{B3E25CA1-5AD0-4DC5-9A0A-9BD944DBF476}" type="presOf" srcId="{E8D05D91-6F67-40E6-A8E4-8CDF6DBBFDB8}" destId="{52C424A6-D95E-480D-9A37-4B2EF7E71FC1}" srcOrd="0" destOrd="0" presId="urn:microsoft.com/office/officeart/2005/8/layout/bProcess4"/>
    <dgm:cxn modelId="{6089E6C0-3303-49A3-AC78-172A05CE6424}" type="presOf" srcId="{BF6EC5D0-C883-4298-B269-0495A2C82360}" destId="{AD186301-26B4-490F-AD65-C79DCF3E6349}" srcOrd="0" destOrd="0" presId="urn:microsoft.com/office/officeart/2005/8/layout/bProcess4"/>
    <dgm:cxn modelId="{9412C0C3-4145-4B20-B284-B32474239F25}" type="presOf" srcId="{BBFF9BA9-0F2C-4BB2-B1CB-7D8E41CEB549}" destId="{D3CB8CB3-C29C-433A-884E-2646B498F5C6}" srcOrd="0" destOrd="0" presId="urn:microsoft.com/office/officeart/2005/8/layout/bProcess4"/>
    <dgm:cxn modelId="{1E5671C4-1852-4FDF-A280-11CE91DEA09A}" srcId="{70C89231-1F0B-44BA-9E74-2F69745B43B0}" destId="{474889BD-DFF1-4A06-8548-449D3BACE9DE}" srcOrd="5" destOrd="0" parTransId="{340A1F00-5170-4708-93C5-93F8276A0371}" sibTransId="{3C376467-EFA6-4CB4-A45E-97B3C49B4A64}"/>
    <dgm:cxn modelId="{B79180C9-821A-474F-BEC1-10DA81D8BD33}" srcId="{70C89231-1F0B-44BA-9E74-2F69745B43B0}" destId="{E8D05D91-6F67-40E6-A8E4-8CDF6DBBFDB8}" srcOrd="6" destOrd="0" parTransId="{86CB4743-16AA-4670-AB3F-F26FA25F4986}" sibTransId="{BF6EC5D0-C883-4298-B269-0495A2C82360}"/>
    <dgm:cxn modelId="{62E0B0CB-BDCC-460E-A3AC-88F003977538}" type="presOf" srcId="{B75534F1-A060-4154-AE47-0032E36B027A}" destId="{7F4C5AF7-EAB9-41E3-B7BB-0A4EBB534FE4}" srcOrd="0" destOrd="0" presId="urn:microsoft.com/office/officeart/2005/8/layout/bProcess4"/>
    <dgm:cxn modelId="{CB6FECCD-2148-48FB-B3C0-D058282D19FA}" type="presOf" srcId="{035F6CAA-47E8-4075-AC82-08B1F45C9534}" destId="{127F437D-FFD4-4C10-A943-E18CBE152A4E}" srcOrd="0" destOrd="0" presId="urn:microsoft.com/office/officeart/2005/8/layout/bProcess4"/>
    <dgm:cxn modelId="{48C09BD2-D23D-438E-87D7-A238961C5059}" srcId="{70C89231-1F0B-44BA-9E74-2F69745B43B0}" destId="{1A4CA3D1-1C85-49CF-B579-0604FE5B2F6A}" srcOrd="8" destOrd="0" parTransId="{17FDF492-919D-44B5-B385-24644B5BFC46}" sibTransId="{2011CADA-4036-4ACF-9571-71CB9876B782}"/>
    <dgm:cxn modelId="{1C4E74D6-FC97-44B0-94CA-765A05CBC676}" type="presOf" srcId="{3671DAA9-61CF-4DA9-8E74-5809C740154B}" destId="{4FF11804-30B6-4194-B260-14860A6A1707}" srcOrd="0" destOrd="0" presId="urn:microsoft.com/office/officeart/2005/8/layout/bProcess4"/>
    <dgm:cxn modelId="{021CFDDE-2B83-44B6-BFFC-8AF5AB15B5DC}" type="presOf" srcId="{1A4CA3D1-1C85-49CF-B579-0604FE5B2F6A}" destId="{4F118941-29D4-4CEE-B612-5879FFFCB019}" srcOrd="0" destOrd="0" presId="urn:microsoft.com/office/officeart/2005/8/layout/bProcess4"/>
    <dgm:cxn modelId="{719920E3-DE7B-4DAD-9E0C-9D0C722B8555}" srcId="{70C89231-1F0B-44BA-9E74-2F69745B43B0}" destId="{7233C95C-AB53-4AF9-B2D2-E054C65B8FFA}" srcOrd="2" destOrd="0" parTransId="{6F4BC102-350E-498D-9F0D-7D774093D4A4}" sibTransId="{B75534F1-A060-4154-AE47-0032E36B027A}"/>
    <dgm:cxn modelId="{DFCF9DE3-087F-4130-AB89-568170EEB8DB}" srcId="{70C89231-1F0B-44BA-9E74-2F69745B43B0}" destId="{4983C8E6-A03A-40DE-BBA9-D89F889D0AA1}" srcOrd="1" destOrd="0" parTransId="{C070F3C6-8F5D-40B7-8C3E-8F53BE8C3DD2}" sibTransId="{CD89D0A2-134E-43F7-876D-34D7084A7DBF}"/>
    <dgm:cxn modelId="{7EF085EC-C9BF-4D97-9744-C67B096BACFF}" srcId="{70C89231-1F0B-44BA-9E74-2F69745B43B0}" destId="{BBFF9BA9-0F2C-4BB2-B1CB-7D8E41CEB549}" srcOrd="3" destOrd="0" parTransId="{648CD48F-D7BD-4223-99A1-24DC14D9422B}" sibTransId="{3D1F6A12-0D0D-46DA-B156-BE1CD38E0EB6}"/>
    <dgm:cxn modelId="{3A5C1810-ABDE-40EA-9388-9AFFB8ED834C}" type="presParOf" srcId="{034EB871-53CC-4304-8DA6-6F2E6B078146}" destId="{6774090E-337A-4B28-AB05-20F5026AA4B8}" srcOrd="0" destOrd="0" presId="urn:microsoft.com/office/officeart/2005/8/layout/bProcess4"/>
    <dgm:cxn modelId="{3A3CCA9B-8790-4CEB-B72C-184B3494009E}" type="presParOf" srcId="{6774090E-337A-4B28-AB05-20F5026AA4B8}" destId="{319A8D87-9B69-408B-9CB9-9A8D5667E94C}" srcOrd="0" destOrd="0" presId="urn:microsoft.com/office/officeart/2005/8/layout/bProcess4"/>
    <dgm:cxn modelId="{D39410FA-6894-4620-8494-382C5EDCEEBD}" type="presParOf" srcId="{6774090E-337A-4B28-AB05-20F5026AA4B8}" destId="{127F437D-FFD4-4C10-A943-E18CBE152A4E}" srcOrd="1" destOrd="0" presId="urn:microsoft.com/office/officeart/2005/8/layout/bProcess4"/>
    <dgm:cxn modelId="{C1185BE1-A0B0-4F2B-8A40-1D6BA43F3DBE}" type="presParOf" srcId="{034EB871-53CC-4304-8DA6-6F2E6B078146}" destId="{6368C586-851A-4F3C-B95A-A1E297B657CD}" srcOrd="1" destOrd="0" presId="urn:microsoft.com/office/officeart/2005/8/layout/bProcess4"/>
    <dgm:cxn modelId="{0E5FFAED-6807-4E3D-9564-FDA52A682798}" type="presParOf" srcId="{034EB871-53CC-4304-8DA6-6F2E6B078146}" destId="{CD1692F9-E5F4-4662-9F47-7A908379DEB3}" srcOrd="2" destOrd="0" presId="urn:microsoft.com/office/officeart/2005/8/layout/bProcess4"/>
    <dgm:cxn modelId="{5F9E4A9C-5890-4095-AE57-0D15B378D8A8}" type="presParOf" srcId="{CD1692F9-E5F4-4662-9F47-7A908379DEB3}" destId="{9FBE51AC-66B9-4F22-AC9F-0F26A959050E}" srcOrd="0" destOrd="0" presId="urn:microsoft.com/office/officeart/2005/8/layout/bProcess4"/>
    <dgm:cxn modelId="{D6E2416E-4711-405D-B9EC-670E74562CFF}" type="presParOf" srcId="{CD1692F9-E5F4-4662-9F47-7A908379DEB3}" destId="{E367BCA2-A185-4C3C-B1DA-8F0F8D57AEE9}" srcOrd="1" destOrd="0" presId="urn:microsoft.com/office/officeart/2005/8/layout/bProcess4"/>
    <dgm:cxn modelId="{57736DD3-95C9-43D8-AA9C-2C6814BF8A29}" type="presParOf" srcId="{034EB871-53CC-4304-8DA6-6F2E6B078146}" destId="{C7BD93EC-3796-4A0D-9060-387806F5D0E2}" srcOrd="3" destOrd="0" presId="urn:microsoft.com/office/officeart/2005/8/layout/bProcess4"/>
    <dgm:cxn modelId="{460863A7-788D-4673-91B9-BDF4F43A2ED4}" type="presParOf" srcId="{034EB871-53CC-4304-8DA6-6F2E6B078146}" destId="{F1F3BEC5-C19C-41F5-857F-B707D777D03C}" srcOrd="4" destOrd="0" presId="urn:microsoft.com/office/officeart/2005/8/layout/bProcess4"/>
    <dgm:cxn modelId="{EB05F7DE-4911-43B8-96DF-47F1E06912C2}" type="presParOf" srcId="{F1F3BEC5-C19C-41F5-857F-B707D777D03C}" destId="{1E14E82E-8298-4B60-BFAE-7F0C5E0D3B9C}" srcOrd="0" destOrd="0" presId="urn:microsoft.com/office/officeart/2005/8/layout/bProcess4"/>
    <dgm:cxn modelId="{480E5AB0-5D15-4336-8864-7374C62B8299}" type="presParOf" srcId="{F1F3BEC5-C19C-41F5-857F-B707D777D03C}" destId="{28B51184-9CEA-4571-AF69-CC623E681537}" srcOrd="1" destOrd="0" presId="urn:microsoft.com/office/officeart/2005/8/layout/bProcess4"/>
    <dgm:cxn modelId="{C70B1411-E8D2-4861-83E3-ACAB9A340B13}" type="presParOf" srcId="{034EB871-53CC-4304-8DA6-6F2E6B078146}" destId="{7F4C5AF7-EAB9-41E3-B7BB-0A4EBB534FE4}" srcOrd="5" destOrd="0" presId="urn:microsoft.com/office/officeart/2005/8/layout/bProcess4"/>
    <dgm:cxn modelId="{C28C091D-4A15-4E07-AD12-AA05AA490CF6}" type="presParOf" srcId="{034EB871-53CC-4304-8DA6-6F2E6B078146}" destId="{578A0A34-49DF-4267-A44E-0F66EC738CF0}" srcOrd="6" destOrd="0" presId="urn:microsoft.com/office/officeart/2005/8/layout/bProcess4"/>
    <dgm:cxn modelId="{A17B36ED-502A-476F-B29D-4C49C2DB20B1}" type="presParOf" srcId="{578A0A34-49DF-4267-A44E-0F66EC738CF0}" destId="{8B67F76F-4B4E-42EA-9362-04F239806857}" srcOrd="0" destOrd="0" presId="urn:microsoft.com/office/officeart/2005/8/layout/bProcess4"/>
    <dgm:cxn modelId="{C85ACE8B-4146-4117-8AC0-D7AFC70576D3}" type="presParOf" srcId="{578A0A34-49DF-4267-A44E-0F66EC738CF0}" destId="{D3CB8CB3-C29C-433A-884E-2646B498F5C6}" srcOrd="1" destOrd="0" presId="urn:microsoft.com/office/officeart/2005/8/layout/bProcess4"/>
    <dgm:cxn modelId="{D77DD1D4-CD26-4A4A-B910-A20C4B98FFDD}" type="presParOf" srcId="{034EB871-53CC-4304-8DA6-6F2E6B078146}" destId="{BA353CFE-D3F8-4D77-BADB-3BA68A5CE97E}" srcOrd="7" destOrd="0" presId="urn:microsoft.com/office/officeart/2005/8/layout/bProcess4"/>
    <dgm:cxn modelId="{D6054C45-6B8F-4C7D-BDF8-CEB1B70F0C16}" type="presParOf" srcId="{034EB871-53CC-4304-8DA6-6F2E6B078146}" destId="{48578C9D-1F05-4021-A6AB-1247B0E67CE9}" srcOrd="8" destOrd="0" presId="urn:microsoft.com/office/officeart/2005/8/layout/bProcess4"/>
    <dgm:cxn modelId="{97BDAC1A-5C5A-4CB9-9BC4-28F3BD5ADBD0}" type="presParOf" srcId="{48578C9D-1F05-4021-A6AB-1247B0E67CE9}" destId="{AA24B8C7-CDB9-4884-92DD-7918C3DD35B7}" srcOrd="0" destOrd="0" presId="urn:microsoft.com/office/officeart/2005/8/layout/bProcess4"/>
    <dgm:cxn modelId="{63F5C95D-950D-4909-9CCB-B49B522B9FF0}" type="presParOf" srcId="{48578C9D-1F05-4021-A6AB-1247B0E67CE9}" destId="{90F10FEC-6599-472B-A733-F47C452DB0BC}" srcOrd="1" destOrd="0" presId="urn:microsoft.com/office/officeart/2005/8/layout/bProcess4"/>
    <dgm:cxn modelId="{38420FF2-5C8D-4A76-A326-199F0FEEC49B}" type="presParOf" srcId="{034EB871-53CC-4304-8DA6-6F2E6B078146}" destId="{4FF11804-30B6-4194-B260-14860A6A1707}" srcOrd="9" destOrd="0" presId="urn:microsoft.com/office/officeart/2005/8/layout/bProcess4"/>
    <dgm:cxn modelId="{DFAA558D-4592-44E1-9687-B6BF7A0B1FCC}" type="presParOf" srcId="{034EB871-53CC-4304-8DA6-6F2E6B078146}" destId="{706F362B-6396-4E57-B2E9-AF5E740F8B4D}" srcOrd="10" destOrd="0" presId="urn:microsoft.com/office/officeart/2005/8/layout/bProcess4"/>
    <dgm:cxn modelId="{D4FACF06-1071-46D8-B277-83A41EBE6D8B}" type="presParOf" srcId="{706F362B-6396-4E57-B2E9-AF5E740F8B4D}" destId="{78FBB471-1F07-4A74-BD6C-5873BC88FD83}" srcOrd="0" destOrd="0" presId="urn:microsoft.com/office/officeart/2005/8/layout/bProcess4"/>
    <dgm:cxn modelId="{68827CEF-DB21-4FF6-BD0E-A6B8670EB21A}" type="presParOf" srcId="{706F362B-6396-4E57-B2E9-AF5E740F8B4D}" destId="{D92B4AF0-EA15-408A-92D3-DCF066BE40F2}" srcOrd="1" destOrd="0" presId="urn:microsoft.com/office/officeart/2005/8/layout/bProcess4"/>
    <dgm:cxn modelId="{458B53E2-1EAB-48C5-BA3B-2628332049D7}" type="presParOf" srcId="{034EB871-53CC-4304-8DA6-6F2E6B078146}" destId="{9DF159ED-2037-4E24-A906-D8B1C5DA6BE4}" srcOrd="11" destOrd="0" presId="urn:microsoft.com/office/officeart/2005/8/layout/bProcess4"/>
    <dgm:cxn modelId="{1B040751-86E4-48F8-8361-C15E0C839F22}" type="presParOf" srcId="{034EB871-53CC-4304-8DA6-6F2E6B078146}" destId="{4413F509-8B1A-48A4-8919-782F388EFDA7}" srcOrd="12" destOrd="0" presId="urn:microsoft.com/office/officeart/2005/8/layout/bProcess4"/>
    <dgm:cxn modelId="{C71E8B0F-FDC9-4C8B-96DF-D02A63ACFDED}" type="presParOf" srcId="{4413F509-8B1A-48A4-8919-782F388EFDA7}" destId="{C7064CB4-E9C8-4E70-B7FB-F936715E9310}" srcOrd="0" destOrd="0" presId="urn:microsoft.com/office/officeart/2005/8/layout/bProcess4"/>
    <dgm:cxn modelId="{E4B838F2-1116-46DD-9C88-47D14CF118DE}" type="presParOf" srcId="{4413F509-8B1A-48A4-8919-782F388EFDA7}" destId="{52C424A6-D95E-480D-9A37-4B2EF7E71FC1}" srcOrd="1" destOrd="0" presId="urn:microsoft.com/office/officeart/2005/8/layout/bProcess4"/>
    <dgm:cxn modelId="{67442641-A7C6-49F6-A310-28F80811137A}" type="presParOf" srcId="{034EB871-53CC-4304-8DA6-6F2E6B078146}" destId="{AD186301-26B4-490F-AD65-C79DCF3E6349}" srcOrd="13" destOrd="0" presId="urn:microsoft.com/office/officeart/2005/8/layout/bProcess4"/>
    <dgm:cxn modelId="{26C053C0-154E-4CB9-A710-A78A692F8247}" type="presParOf" srcId="{034EB871-53CC-4304-8DA6-6F2E6B078146}" destId="{522EF9C6-4ED1-4344-A0BA-09931A6C3684}" srcOrd="14" destOrd="0" presId="urn:microsoft.com/office/officeart/2005/8/layout/bProcess4"/>
    <dgm:cxn modelId="{134AB45C-66A8-4633-838A-E5B8493DFD11}" type="presParOf" srcId="{522EF9C6-4ED1-4344-A0BA-09931A6C3684}" destId="{506581D3-DF78-419A-BDD4-F662A1EAA73A}" srcOrd="0" destOrd="0" presId="urn:microsoft.com/office/officeart/2005/8/layout/bProcess4"/>
    <dgm:cxn modelId="{88D8AB68-5D03-4E7A-9FAF-6C18507D63FE}" type="presParOf" srcId="{522EF9C6-4ED1-4344-A0BA-09931A6C3684}" destId="{DC74A482-113F-4FF6-82C5-5DB5D3F0F3E3}" srcOrd="1" destOrd="0" presId="urn:microsoft.com/office/officeart/2005/8/layout/bProcess4"/>
    <dgm:cxn modelId="{1C29FE48-221B-40EA-B1E4-D3397614F198}" type="presParOf" srcId="{034EB871-53CC-4304-8DA6-6F2E6B078146}" destId="{4855A126-03EA-4722-BFBE-0F764789D8BB}" srcOrd="15" destOrd="0" presId="urn:microsoft.com/office/officeart/2005/8/layout/bProcess4"/>
    <dgm:cxn modelId="{35AB16A7-278C-4D9E-8552-CCF870DB965F}" type="presParOf" srcId="{034EB871-53CC-4304-8DA6-6F2E6B078146}" destId="{86183717-967B-494F-9A2D-C206BD3D106B}" srcOrd="16" destOrd="0" presId="urn:microsoft.com/office/officeart/2005/8/layout/bProcess4"/>
    <dgm:cxn modelId="{987FB1D9-816D-4FD8-966F-1266279EE369}" type="presParOf" srcId="{86183717-967B-494F-9A2D-C206BD3D106B}" destId="{887B20D4-4874-4004-B0B3-1E0134428AEA}" srcOrd="0" destOrd="0" presId="urn:microsoft.com/office/officeart/2005/8/layout/bProcess4"/>
    <dgm:cxn modelId="{5221CE53-D60A-460D-B14B-E817ECA915DB}" type="presParOf" srcId="{86183717-967B-494F-9A2D-C206BD3D106B}" destId="{4F118941-29D4-4CEE-B612-5879FFFCB019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767497-FF2B-4E9D-A0C9-7DFEE2CBC968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B07DA9-E1A7-487D-827B-591EA2923E32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Immediate Access</a:t>
          </a:r>
        </a:p>
      </dgm:t>
    </dgm:pt>
    <dgm:pt modelId="{912A0650-5AD4-4235-9568-4C5199CA6E49}" type="parTrans" cxnId="{CF08A769-6DDD-4C7D-BC63-7F6F4B064633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311D1584-92B5-408C-AAAA-C056AE354D30}" type="sibTrans" cxnId="{CF08A769-6DDD-4C7D-BC63-7F6F4B064633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3D75CA34-501F-4C00-9464-DE7B4D7074B2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Cash Flow Management</a:t>
          </a:r>
        </a:p>
      </dgm:t>
    </dgm:pt>
    <dgm:pt modelId="{4770E01A-77B4-46B5-B5BB-1A84A868D7C6}" type="parTrans" cxnId="{71047971-64E3-44D6-8349-787707CB6BCF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B17A7919-7F65-4814-9192-FFA973A53ABD}" type="sibTrans" cxnId="{71047971-64E3-44D6-8349-787707CB6BCF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58EDA18F-2687-44A4-A480-CACC0BD55DEC}">
      <dgm:prSet custT="1"/>
      <dgm:spPr/>
      <dgm:t>
        <a:bodyPr/>
        <a:lstStyle/>
        <a:p>
          <a:r>
            <a:rPr lang="en-US" sz="800" kern="1200" dirty="0">
              <a:solidFill>
                <a:srgbClr val="7DD8C7"/>
              </a:solidFill>
              <a:latin typeface="IBM Plex Sans "/>
              <a:ea typeface="+mn-ea"/>
              <a:cs typeface="+mn-cs"/>
            </a:rPr>
            <a:t>Leverage</a:t>
          </a:r>
          <a:r>
            <a:rPr lang="en-US" sz="800" kern="1200" dirty="0">
              <a:solidFill>
                <a:srgbClr val="7DD8C7"/>
              </a:solidFill>
              <a:latin typeface="IBM Plex Sans "/>
            </a:rPr>
            <a:t> for Growth</a:t>
          </a:r>
        </a:p>
      </dgm:t>
    </dgm:pt>
    <dgm:pt modelId="{DF486C1C-1093-4046-B57B-5F5104AC6693}" type="parTrans" cxnId="{1B214256-5CD4-41D4-BA47-7CC2AC9BFCB0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177672A5-61BF-4D1F-BFBA-1553EDDF2024}" type="sibTrans" cxnId="{1B214256-5CD4-41D4-BA47-7CC2AC9BFCB0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9AFA80CD-BB30-4720-85FB-D8B60458DC55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Predictable Payments</a:t>
          </a:r>
        </a:p>
      </dgm:t>
    </dgm:pt>
    <dgm:pt modelId="{E765D781-B43F-4260-ADE9-A9A83B86178D}" type="parTrans" cxnId="{917027C1-6D74-4C5D-ACA0-57B01916FA90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FA5EA948-8977-42D9-8347-5269048DE153}" type="sibTrans" cxnId="{917027C1-6D74-4C5D-ACA0-57B01916FA90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C9962AFC-8560-4B58-A0DB-3F0BE4C8354C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Builds Credit</a:t>
          </a:r>
        </a:p>
      </dgm:t>
    </dgm:pt>
    <dgm:pt modelId="{5FB7B14F-A819-4DE7-81CC-3E7EA1DDE24E}" type="parTrans" cxnId="{FD29BB59-C69F-4BC9-B2C1-E838E4AC8DCB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51159286-7C90-4D57-9C32-FF0A8FC706A3}" type="sibTrans" cxnId="{FD29BB59-C69F-4BC9-B2C1-E838E4AC8DCB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55A00A10-778C-437C-8E89-FD0E109B1B37}">
      <dgm:prSet custT="1"/>
      <dgm:spPr/>
      <dgm:t>
        <a:bodyPr/>
        <a:lstStyle/>
        <a:p>
          <a:r>
            <a:rPr lang="en-US" sz="800">
              <a:solidFill>
                <a:srgbClr val="7DD8C7"/>
              </a:solidFill>
              <a:latin typeface="IBM Plex Sans "/>
            </a:rPr>
            <a:t>Tax Benefits (in some cases)</a:t>
          </a:r>
        </a:p>
      </dgm:t>
    </dgm:pt>
    <dgm:pt modelId="{33029A8E-B89D-4549-8AE7-B11D12BB07CD}" type="parTrans" cxnId="{7185748A-D0BC-47DD-B248-F9AEF5C764BD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5E309BA5-9B98-48F2-8462-4E6561672142}" type="sibTrans" cxnId="{7185748A-D0BC-47DD-B248-F9AEF5C764BD}">
      <dgm:prSet/>
      <dgm:spPr/>
      <dgm:t>
        <a:bodyPr/>
        <a:lstStyle/>
        <a:p>
          <a:endParaRPr lang="en-US" sz="1800">
            <a:solidFill>
              <a:srgbClr val="7DD8C7"/>
            </a:solidFill>
          </a:endParaRPr>
        </a:p>
      </dgm:t>
    </dgm:pt>
    <dgm:pt modelId="{064BDF19-0813-4916-ABA9-F84C85017381}" type="pres">
      <dgm:prSet presAssocID="{33767497-FF2B-4E9D-A0C9-7DFEE2CBC968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2E8036F-19EE-4EAF-B5BD-9EE6309CBADC}" type="pres">
      <dgm:prSet presAssocID="{98B07DA9-E1A7-487D-827B-591EA2923E32}" presName="Accent1" presStyleCnt="0"/>
      <dgm:spPr/>
    </dgm:pt>
    <dgm:pt modelId="{BB4EBE35-62F1-449B-8FDF-DCDFF8C16ABB}" type="pres">
      <dgm:prSet presAssocID="{98B07DA9-E1A7-487D-827B-591EA2923E32}" presName="Accent" presStyleLbl="node1" presStyleIdx="0" presStyleCnt="6"/>
      <dgm:spPr>
        <a:solidFill>
          <a:srgbClr val="509AAF"/>
        </a:solidFill>
      </dgm:spPr>
    </dgm:pt>
    <dgm:pt modelId="{4992CB39-2E73-4746-A449-F1273AEBE0B8}" type="pres">
      <dgm:prSet presAssocID="{98B07DA9-E1A7-487D-827B-591EA2923E32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5C213CE1-CDE0-4E50-943F-F0D63BFC787E}" type="pres">
      <dgm:prSet presAssocID="{3D75CA34-501F-4C00-9464-DE7B4D7074B2}" presName="Accent2" presStyleCnt="0"/>
      <dgm:spPr/>
    </dgm:pt>
    <dgm:pt modelId="{E4658654-A0C9-40D8-92BF-065521409FD5}" type="pres">
      <dgm:prSet presAssocID="{3D75CA34-501F-4C00-9464-DE7B4D7074B2}" presName="Accent" presStyleLbl="node1" presStyleIdx="1" presStyleCnt="6"/>
      <dgm:spPr>
        <a:solidFill>
          <a:srgbClr val="509AAF"/>
        </a:solidFill>
      </dgm:spPr>
    </dgm:pt>
    <dgm:pt modelId="{37E59E14-5BFE-478B-9EFE-A22A039B0533}" type="pres">
      <dgm:prSet presAssocID="{3D75CA34-501F-4C00-9464-DE7B4D7074B2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AAE7A987-E125-488B-8DEB-47A8F00047F4}" type="pres">
      <dgm:prSet presAssocID="{58EDA18F-2687-44A4-A480-CACC0BD55DEC}" presName="Accent3" presStyleCnt="0"/>
      <dgm:spPr/>
    </dgm:pt>
    <dgm:pt modelId="{98538AC5-9ABC-4005-ADC4-62024166BF59}" type="pres">
      <dgm:prSet presAssocID="{58EDA18F-2687-44A4-A480-CACC0BD55DEC}" presName="Accent" presStyleLbl="node1" presStyleIdx="2" presStyleCnt="6"/>
      <dgm:spPr>
        <a:solidFill>
          <a:srgbClr val="509AAF"/>
        </a:solidFill>
      </dgm:spPr>
    </dgm:pt>
    <dgm:pt modelId="{B2E65011-9A6B-4E0D-93DF-08932EA443C9}" type="pres">
      <dgm:prSet presAssocID="{58EDA18F-2687-44A4-A480-CACC0BD55DEC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B74DBD1B-7A17-4A0C-BF78-8AC4DA3E0CA9}" type="pres">
      <dgm:prSet presAssocID="{9AFA80CD-BB30-4720-85FB-D8B60458DC55}" presName="Accent4" presStyleCnt="0"/>
      <dgm:spPr/>
    </dgm:pt>
    <dgm:pt modelId="{047F2E0A-8156-4547-8E31-8D0FCE071AF3}" type="pres">
      <dgm:prSet presAssocID="{9AFA80CD-BB30-4720-85FB-D8B60458DC55}" presName="Accent" presStyleLbl="node1" presStyleIdx="3" presStyleCnt="6"/>
      <dgm:spPr>
        <a:solidFill>
          <a:srgbClr val="509AAF"/>
        </a:solidFill>
      </dgm:spPr>
    </dgm:pt>
    <dgm:pt modelId="{F526BF5C-A848-4022-A35D-8EDE9BD56677}" type="pres">
      <dgm:prSet presAssocID="{9AFA80CD-BB30-4720-85FB-D8B60458DC55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03F143D5-EFD9-4E2D-B28B-9DBD1A85A58C}" type="pres">
      <dgm:prSet presAssocID="{C9962AFC-8560-4B58-A0DB-3F0BE4C8354C}" presName="Accent5" presStyleCnt="0"/>
      <dgm:spPr/>
    </dgm:pt>
    <dgm:pt modelId="{BE91521C-88B4-4D3A-A1F8-01F5D11D2E04}" type="pres">
      <dgm:prSet presAssocID="{C9962AFC-8560-4B58-A0DB-3F0BE4C8354C}" presName="Accent" presStyleLbl="node1" presStyleIdx="4" presStyleCnt="6"/>
      <dgm:spPr>
        <a:solidFill>
          <a:srgbClr val="509AAF"/>
        </a:solidFill>
      </dgm:spPr>
    </dgm:pt>
    <dgm:pt modelId="{4697ABF4-5525-4719-875E-CC2F600368E5}" type="pres">
      <dgm:prSet presAssocID="{C9962AFC-8560-4B58-A0DB-3F0BE4C8354C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C68C1820-6E36-4689-9420-CEA7ED1F09FB}" type="pres">
      <dgm:prSet presAssocID="{55A00A10-778C-437C-8E89-FD0E109B1B37}" presName="Accent6" presStyleCnt="0"/>
      <dgm:spPr/>
    </dgm:pt>
    <dgm:pt modelId="{AF1ABC44-FE92-4110-99D2-8AB7D158632F}" type="pres">
      <dgm:prSet presAssocID="{55A00A10-778C-437C-8E89-FD0E109B1B37}" presName="Accent" presStyleLbl="node1" presStyleIdx="5" presStyleCnt="6"/>
      <dgm:spPr>
        <a:solidFill>
          <a:srgbClr val="509AAF"/>
        </a:solidFill>
      </dgm:spPr>
    </dgm:pt>
    <dgm:pt modelId="{1C97FD66-3993-4E51-92FA-99867FD69D7B}" type="pres">
      <dgm:prSet presAssocID="{55A00A10-778C-437C-8E89-FD0E109B1B37}" presName="Parent6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CF08A769-6DDD-4C7D-BC63-7F6F4B064633}" srcId="{33767497-FF2B-4E9D-A0C9-7DFEE2CBC968}" destId="{98B07DA9-E1A7-487D-827B-591EA2923E32}" srcOrd="0" destOrd="0" parTransId="{912A0650-5AD4-4235-9568-4C5199CA6E49}" sibTransId="{311D1584-92B5-408C-AAAA-C056AE354D30}"/>
    <dgm:cxn modelId="{71047971-64E3-44D6-8349-787707CB6BCF}" srcId="{33767497-FF2B-4E9D-A0C9-7DFEE2CBC968}" destId="{3D75CA34-501F-4C00-9464-DE7B4D7074B2}" srcOrd="1" destOrd="0" parTransId="{4770E01A-77B4-46B5-B5BB-1A84A868D7C6}" sibTransId="{B17A7919-7F65-4814-9192-FFA973A53ABD}"/>
    <dgm:cxn modelId="{9AB35454-2FEC-4D7C-83D6-EC9F5A8DC9C2}" type="presOf" srcId="{C9962AFC-8560-4B58-A0DB-3F0BE4C8354C}" destId="{4697ABF4-5525-4719-875E-CC2F600368E5}" srcOrd="0" destOrd="0" presId="urn:microsoft.com/office/officeart/2009/layout/CircleArrowProcess"/>
    <dgm:cxn modelId="{1B214256-5CD4-41D4-BA47-7CC2AC9BFCB0}" srcId="{33767497-FF2B-4E9D-A0C9-7DFEE2CBC968}" destId="{58EDA18F-2687-44A4-A480-CACC0BD55DEC}" srcOrd="2" destOrd="0" parTransId="{DF486C1C-1093-4046-B57B-5F5104AC6693}" sibTransId="{177672A5-61BF-4D1F-BFBA-1553EDDF2024}"/>
    <dgm:cxn modelId="{FD29BB59-C69F-4BC9-B2C1-E838E4AC8DCB}" srcId="{33767497-FF2B-4E9D-A0C9-7DFEE2CBC968}" destId="{C9962AFC-8560-4B58-A0DB-3F0BE4C8354C}" srcOrd="4" destOrd="0" parTransId="{5FB7B14F-A819-4DE7-81CC-3E7EA1DDE24E}" sibTransId="{51159286-7C90-4D57-9C32-FF0A8FC706A3}"/>
    <dgm:cxn modelId="{0C31708A-45D9-43A6-8FD0-C3B5691EB5A5}" type="presOf" srcId="{98B07DA9-E1A7-487D-827B-591EA2923E32}" destId="{4992CB39-2E73-4746-A449-F1273AEBE0B8}" srcOrd="0" destOrd="0" presId="urn:microsoft.com/office/officeart/2009/layout/CircleArrowProcess"/>
    <dgm:cxn modelId="{7185748A-D0BC-47DD-B248-F9AEF5C764BD}" srcId="{33767497-FF2B-4E9D-A0C9-7DFEE2CBC968}" destId="{55A00A10-778C-437C-8E89-FD0E109B1B37}" srcOrd="5" destOrd="0" parTransId="{33029A8E-B89D-4549-8AE7-B11D12BB07CD}" sibTransId="{5E309BA5-9B98-48F2-8462-4E6561672142}"/>
    <dgm:cxn modelId="{9244999D-7A85-49FE-95CC-8F496F42A2ED}" type="presOf" srcId="{9AFA80CD-BB30-4720-85FB-D8B60458DC55}" destId="{F526BF5C-A848-4022-A35D-8EDE9BD56677}" srcOrd="0" destOrd="0" presId="urn:microsoft.com/office/officeart/2009/layout/CircleArrowProcess"/>
    <dgm:cxn modelId="{ABB109A7-2C5D-4905-8114-BE06EC85983D}" type="presOf" srcId="{33767497-FF2B-4E9D-A0C9-7DFEE2CBC968}" destId="{064BDF19-0813-4916-ABA9-F84C85017381}" srcOrd="0" destOrd="0" presId="urn:microsoft.com/office/officeart/2009/layout/CircleArrowProcess"/>
    <dgm:cxn modelId="{C29F56B8-D088-4680-AA3B-DA259B41E295}" type="presOf" srcId="{58EDA18F-2687-44A4-A480-CACC0BD55DEC}" destId="{B2E65011-9A6B-4E0D-93DF-08932EA443C9}" srcOrd="0" destOrd="0" presId="urn:microsoft.com/office/officeart/2009/layout/CircleArrowProcess"/>
    <dgm:cxn modelId="{917027C1-6D74-4C5D-ACA0-57B01916FA90}" srcId="{33767497-FF2B-4E9D-A0C9-7DFEE2CBC968}" destId="{9AFA80CD-BB30-4720-85FB-D8B60458DC55}" srcOrd="3" destOrd="0" parTransId="{E765D781-B43F-4260-ADE9-A9A83B86178D}" sibTransId="{FA5EA948-8977-42D9-8347-5269048DE153}"/>
    <dgm:cxn modelId="{BD3584E0-B05A-472A-8629-52F03AAA11BF}" type="presOf" srcId="{3D75CA34-501F-4C00-9464-DE7B4D7074B2}" destId="{37E59E14-5BFE-478B-9EFE-A22A039B0533}" srcOrd="0" destOrd="0" presId="urn:microsoft.com/office/officeart/2009/layout/CircleArrowProcess"/>
    <dgm:cxn modelId="{6E1CFBF9-FD6E-4643-8A56-A6BBB8031C08}" type="presOf" srcId="{55A00A10-778C-437C-8E89-FD0E109B1B37}" destId="{1C97FD66-3993-4E51-92FA-99867FD69D7B}" srcOrd="0" destOrd="0" presId="urn:microsoft.com/office/officeart/2009/layout/CircleArrowProcess"/>
    <dgm:cxn modelId="{3008415D-D072-46EB-9193-F1DBFA23D8FF}" type="presParOf" srcId="{064BDF19-0813-4916-ABA9-F84C85017381}" destId="{F2E8036F-19EE-4EAF-B5BD-9EE6309CBADC}" srcOrd="0" destOrd="0" presId="urn:microsoft.com/office/officeart/2009/layout/CircleArrowProcess"/>
    <dgm:cxn modelId="{A3D777C6-CA05-4436-94BB-985BD8B0BE58}" type="presParOf" srcId="{F2E8036F-19EE-4EAF-B5BD-9EE6309CBADC}" destId="{BB4EBE35-62F1-449B-8FDF-DCDFF8C16ABB}" srcOrd="0" destOrd="0" presId="urn:microsoft.com/office/officeart/2009/layout/CircleArrowProcess"/>
    <dgm:cxn modelId="{3E26B68B-9676-43AB-9A1C-7A7E9B5DF272}" type="presParOf" srcId="{064BDF19-0813-4916-ABA9-F84C85017381}" destId="{4992CB39-2E73-4746-A449-F1273AEBE0B8}" srcOrd="1" destOrd="0" presId="urn:microsoft.com/office/officeart/2009/layout/CircleArrowProcess"/>
    <dgm:cxn modelId="{C23778B5-F742-4081-9AB4-24033AB13175}" type="presParOf" srcId="{064BDF19-0813-4916-ABA9-F84C85017381}" destId="{5C213CE1-CDE0-4E50-943F-F0D63BFC787E}" srcOrd="2" destOrd="0" presId="urn:microsoft.com/office/officeart/2009/layout/CircleArrowProcess"/>
    <dgm:cxn modelId="{DD932355-C457-44C4-B7FB-7854F4CDDC4D}" type="presParOf" srcId="{5C213CE1-CDE0-4E50-943F-F0D63BFC787E}" destId="{E4658654-A0C9-40D8-92BF-065521409FD5}" srcOrd="0" destOrd="0" presId="urn:microsoft.com/office/officeart/2009/layout/CircleArrowProcess"/>
    <dgm:cxn modelId="{DC58079A-70F5-4F21-BA7F-A8430B100D59}" type="presParOf" srcId="{064BDF19-0813-4916-ABA9-F84C85017381}" destId="{37E59E14-5BFE-478B-9EFE-A22A039B0533}" srcOrd="3" destOrd="0" presId="urn:microsoft.com/office/officeart/2009/layout/CircleArrowProcess"/>
    <dgm:cxn modelId="{9ACF6D50-D772-4982-BF03-D73F572C5314}" type="presParOf" srcId="{064BDF19-0813-4916-ABA9-F84C85017381}" destId="{AAE7A987-E125-488B-8DEB-47A8F00047F4}" srcOrd="4" destOrd="0" presId="urn:microsoft.com/office/officeart/2009/layout/CircleArrowProcess"/>
    <dgm:cxn modelId="{A10531DF-8EDA-4580-B300-B6BA37A2EB3C}" type="presParOf" srcId="{AAE7A987-E125-488B-8DEB-47A8F00047F4}" destId="{98538AC5-9ABC-4005-ADC4-62024166BF59}" srcOrd="0" destOrd="0" presId="urn:microsoft.com/office/officeart/2009/layout/CircleArrowProcess"/>
    <dgm:cxn modelId="{D940E8AF-7610-4126-85E5-B74981365585}" type="presParOf" srcId="{064BDF19-0813-4916-ABA9-F84C85017381}" destId="{B2E65011-9A6B-4E0D-93DF-08932EA443C9}" srcOrd="5" destOrd="0" presId="urn:microsoft.com/office/officeart/2009/layout/CircleArrowProcess"/>
    <dgm:cxn modelId="{2492E709-E1CF-4F0A-B79B-35447038A627}" type="presParOf" srcId="{064BDF19-0813-4916-ABA9-F84C85017381}" destId="{B74DBD1B-7A17-4A0C-BF78-8AC4DA3E0CA9}" srcOrd="6" destOrd="0" presId="urn:microsoft.com/office/officeart/2009/layout/CircleArrowProcess"/>
    <dgm:cxn modelId="{E948E759-168D-4ABC-9635-877E2B36189A}" type="presParOf" srcId="{B74DBD1B-7A17-4A0C-BF78-8AC4DA3E0CA9}" destId="{047F2E0A-8156-4547-8E31-8D0FCE071AF3}" srcOrd="0" destOrd="0" presId="urn:microsoft.com/office/officeart/2009/layout/CircleArrowProcess"/>
    <dgm:cxn modelId="{6D5AA324-0F9B-4EB7-A0F6-C66449CBECC1}" type="presParOf" srcId="{064BDF19-0813-4916-ABA9-F84C85017381}" destId="{F526BF5C-A848-4022-A35D-8EDE9BD56677}" srcOrd="7" destOrd="0" presId="urn:microsoft.com/office/officeart/2009/layout/CircleArrowProcess"/>
    <dgm:cxn modelId="{5E3F1C13-01A1-454B-B1BC-3AFDA07799EC}" type="presParOf" srcId="{064BDF19-0813-4916-ABA9-F84C85017381}" destId="{03F143D5-EFD9-4E2D-B28B-9DBD1A85A58C}" srcOrd="8" destOrd="0" presId="urn:microsoft.com/office/officeart/2009/layout/CircleArrowProcess"/>
    <dgm:cxn modelId="{2646B016-8DC4-49BE-9102-EC56B2C3011E}" type="presParOf" srcId="{03F143D5-EFD9-4E2D-B28B-9DBD1A85A58C}" destId="{BE91521C-88B4-4D3A-A1F8-01F5D11D2E04}" srcOrd="0" destOrd="0" presId="urn:microsoft.com/office/officeart/2009/layout/CircleArrowProcess"/>
    <dgm:cxn modelId="{CA8D28AE-76C9-4CAF-BA96-1D23BA0BAE3C}" type="presParOf" srcId="{064BDF19-0813-4916-ABA9-F84C85017381}" destId="{4697ABF4-5525-4719-875E-CC2F600368E5}" srcOrd="9" destOrd="0" presId="urn:microsoft.com/office/officeart/2009/layout/CircleArrowProcess"/>
    <dgm:cxn modelId="{0451550D-0AAA-47D5-A902-DB9742FF5CBC}" type="presParOf" srcId="{064BDF19-0813-4916-ABA9-F84C85017381}" destId="{C68C1820-6E36-4689-9420-CEA7ED1F09FB}" srcOrd="10" destOrd="0" presId="urn:microsoft.com/office/officeart/2009/layout/CircleArrowProcess"/>
    <dgm:cxn modelId="{76BF6406-A54A-4AC9-9854-DF8231F84F19}" type="presParOf" srcId="{C68C1820-6E36-4689-9420-CEA7ED1F09FB}" destId="{AF1ABC44-FE92-4110-99D2-8AB7D158632F}" srcOrd="0" destOrd="0" presId="urn:microsoft.com/office/officeart/2009/layout/CircleArrowProcess"/>
    <dgm:cxn modelId="{31648AA4-523C-46DB-8EA3-FF7EE7FBD012}" type="presParOf" srcId="{064BDF19-0813-4916-ABA9-F84C85017381}" destId="{1C97FD66-3993-4E51-92FA-99867FD69D7B}" srcOrd="11" destOrd="0" presId="urn:microsoft.com/office/officeart/2009/layout/CircleArrowProcess"/>
  </dgm:cxnLst>
  <dgm:bg>
    <a:solidFill>
      <a:srgbClr val="F2F2F2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0F4818-A1BF-4109-ABBB-0BBF48A4D44A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12B135-9AE2-4B3F-8CDB-79830773D8F5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Interest Costs</a:t>
          </a:r>
        </a:p>
      </dgm:t>
    </dgm:pt>
    <dgm:pt modelId="{D0B5AF0D-8A5B-4D17-85AA-C2586CF5B9E3}" type="parTrans" cxnId="{16B29442-00A0-442B-B525-D7C4D0F2CADB}">
      <dgm:prSet/>
      <dgm:spPr/>
      <dgm:t>
        <a:bodyPr/>
        <a:lstStyle/>
        <a:p>
          <a:endParaRPr lang="en-US" sz="1800"/>
        </a:p>
      </dgm:t>
    </dgm:pt>
    <dgm:pt modelId="{F953EFDE-96DE-4BED-A99E-F0118076AD02}" type="sibTrans" cxnId="{16B29442-00A0-442B-B525-D7C4D0F2CADB}">
      <dgm:prSet/>
      <dgm:spPr/>
      <dgm:t>
        <a:bodyPr/>
        <a:lstStyle/>
        <a:p>
          <a:endParaRPr lang="en-US" sz="1800"/>
        </a:p>
      </dgm:t>
    </dgm:pt>
    <dgm:pt modelId="{36C1C382-AB0A-405B-9837-FB121632BCAD}">
      <dgm:prSet custT="1"/>
      <dgm:spPr/>
      <dgm:t>
        <a:bodyPr/>
        <a:lstStyle/>
        <a:p>
          <a:r>
            <a:rPr lang="en-US" sz="800" dirty="0">
              <a:solidFill>
                <a:srgbClr val="7DD8C7"/>
              </a:solidFill>
              <a:latin typeface="IBM Plex Sans "/>
            </a:rPr>
            <a:t>Debt Obligation</a:t>
          </a:r>
        </a:p>
      </dgm:t>
    </dgm:pt>
    <dgm:pt modelId="{621BCB16-5D04-4FB3-ADDD-1A90DA205263}" type="parTrans" cxnId="{8D83EDBD-F230-4397-B615-DEEB5A03C2A6}">
      <dgm:prSet/>
      <dgm:spPr/>
      <dgm:t>
        <a:bodyPr/>
        <a:lstStyle/>
        <a:p>
          <a:endParaRPr lang="en-US" sz="1800"/>
        </a:p>
      </dgm:t>
    </dgm:pt>
    <dgm:pt modelId="{4E4BF81D-A4AB-45F2-8226-68AD915FD393}" type="sibTrans" cxnId="{8D83EDBD-F230-4397-B615-DEEB5A03C2A6}">
      <dgm:prSet/>
      <dgm:spPr/>
      <dgm:t>
        <a:bodyPr/>
        <a:lstStyle/>
        <a:p>
          <a:endParaRPr lang="en-US" sz="1800"/>
        </a:p>
      </dgm:t>
    </dgm:pt>
    <dgm:pt modelId="{E5925587-FD2B-4520-BFD3-B9F3508B68C7}">
      <dgm:prSet custT="1"/>
      <dgm:spPr/>
      <dgm:t>
        <a:bodyPr/>
        <a:lstStyle/>
        <a:p>
          <a:r>
            <a:rPr lang="en-US" sz="800">
              <a:solidFill>
                <a:srgbClr val="7DD8C7"/>
              </a:solidFill>
              <a:latin typeface="IBM Plex Sans "/>
            </a:rPr>
            <a:t>Risk of Default</a:t>
          </a:r>
        </a:p>
      </dgm:t>
    </dgm:pt>
    <dgm:pt modelId="{5D0CCCF0-05EC-41BC-9019-37C6768C6707}" type="parTrans" cxnId="{516773F1-CB9C-4198-8473-84C7CDCF9C3C}">
      <dgm:prSet/>
      <dgm:spPr/>
      <dgm:t>
        <a:bodyPr/>
        <a:lstStyle/>
        <a:p>
          <a:endParaRPr lang="en-US" sz="1800"/>
        </a:p>
      </dgm:t>
    </dgm:pt>
    <dgm:pt modelId="{9BC4BF68-C416-4D4B-B974-7CAD7BB966E3}" type="sibTrans" cxnId="{516773F1-CB9C-4198-8473-84C7CDCF9C3C}">
      <dgm:prSet/>
      <dgm:spPr/>
      <dgm:t>
        <a:bodyPr/>
        <a:lstStyle/>
        <a:p>
          <a:endParaRPr lang="en-US" sz="1800"/>
        </a:p>
      </dgm:t>
    </dgm:pt>
    <dgm:pt modelId="{4C2D0495-EB48-408E-8047-1D4021034196}">
      <dgm:prSet custT="1"/>
      <dgm:spPr/>
      <dgm:t>
        <a:bodyPr/>
        <a:lstStyle/>
        <a:p>
          <a:r>
            <a:rPr lang="en-US" sz="800">
              <a:solidFill>
                <a:srgbClr val="7DD8C7"/>
              </a:solidFill>
              <a:latin typeface="IBM Plex Sans "/>
            </a:rPr>
            <a:t>Approval Requirements</a:t>
          </a:r>
        </a:p>
      </dgm:t>
    </dgm:pt>
    <dgm:pt modelId="{7DDB2CDA-A4F0-4521-BA9F-A88531633277}" type="parTrans" cxnId="{DE5204FB-9605-4D39-AB57-7B6EECA8B781}">
      <dgm:prSet/>
      <dgm:spPr/>
      <dgm:t>
        <a:bodyPr/>
        <a:lstStyle/>
        <a:p>
          <a:endParaRPr lang="en-US" sz="1800"/>
        </a:p>
      </dgm:t>
    </dgm:pt>
    <dgm:pt modelId="{B7C813B4-5EA0-4589-87F7-FCB54CE5F3ED}" type="sibTrans" cxnId="{DE5204FB-9605-4D39-AB57-7B6EECA8B781}">
      <dgm:prSet/>
      <dgm:spPr/>
      <dgm:t>
        <a:bodyPr/>
        <a:lstStyle/>
        <a:p>
          <a:endParaRPr lang="en-US" sz="1800"/>
        </a:p>
      </dgm:t>
    </dgm:pt>
    <dgm:pt modelId="{8D727CFE-EC7B-4A23-AE39-C328F0F4EBF3}">
      <dgm:prSet custT="1"/>
      <dgm:spPr/>
      <dgm:t>
        <a:bodyPr/>
        <a:lstStyle/>
        <a:p>
          <a:r>
            <a:rPr lang="en-US" sz="800">
              <a:solidFill>
                <a:srgbClr val="7DD8C7"/>
              </a:solidFill>
              <a:latin typeface="IBM Plex Sans "/>
            </a:rPr>
            <a:t>Reduced Financial Flexibility</a:t>
          </a:r>
        </a:p>
      </dgm:t>
    </dgm:pt>
    <dgm:pt modelId="{112ED35F-F28A-42AF-BE34-5FFE66D5E0D0}" type="parTrans" cxnId="{372A045F-332A-4692-8666-F019BFD33247}">
      <dgm:prSet/>
      <dgm:spPr/>
      <dgm:t>
        <a:bodyPr/>
        <a:lstStyle/>
        <a:p>
          <a:endParaRPr lang="en-US" sz="1800"/>
        </a:p>
      </dgm:t>
    </dgm:pt>
    <dgm:pt modelId="{26F9E5CE-C2AD-454D-B2C3-16D15AFC1733}" type="sibTrans" cxnId="{372A045F-332A-4692-8666-F019BFD33247}">
      <dgm:prSet/>
      <dgm:spPr/>
      <dgm:t>
        <a:bodyPr/>
        <a:lstStyle/>
        <a:p>
          <a:endParaRPr lang="en-US" sz="1800"/>
        </a:p>
      </dgm:t>
    </dgm:pt>
    <dgm:pt modelId="{60FB8538-3C76-445E-9F2D-E605D8935AD5}">
      <dgm:prSet custT="1"/>
      <dgm:spPr/>
      <dgm:t>
        <a:bodyPr/>
        <a:lstStyle/>
        <a:p>
          <a:r>
            <a:rPr lang="en-US" sz="800">
              <a:solidFill>
                <a:srgbClr val="7DD8C7"/>
              </a:solidFill>
              <a:latin typeface="IBM Plex Sans "/>
            </a:rPr>
            <a:t>Variable Rates Risk</a:t>
          </a:r>
        </a:p>
      </dgm:t>
    </dgm:pt>
    <dgm:pt modelId="{3C46DEBE-3EF2-4870-A40D-30DF702151AF}" type="parTrans" cxnId="{E4A68757-9289-4C3D-B50F-800F828A7175}">
      <dgm:prSet/>
      <dgm:spPr/>
      <dgm:t>
        <a:bodyPr/>
        <a:lstStyle/>
        <a:p>
          <a:endParaRPr lang="en-US" sz="1800"/>
        </a:p>
      </dgm:t>
    </dgm:pt>
    <dgm:pt modelId="{B5A4E6EF-2413-4033-AEE6-062D98949B63}" type="sibTrans" cxnId="{E4A68757-9289-4C3D-B50F-800F828A7175}">
      <dgm:prSet/>
      <dgm:spPr/>
      <dgm:t>
        <a:bodyPr/>
        <a:lstStyle/>
        <a:p>
          <a:endParaRPr lang="en-US" sz="1800"/>
        </a:p>
      </dgm:t>
    </dgm:pt>
    <dgm:pt modelId="{35C457DF-3DCB-4858-B94B-C24CA7DBD8C2}" type="pres">
      <dgm:prSet presAssocID="{D60F4818-A1BF-4109-ABBB-0BBF48A4D44A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9FEFAFC0-8F7D-40ED-88D8-95529FAEF328}" type="pres">
      <dgm:prSet presAssocID="{FC12B135-9AE2-4B3F-8CDB-79830773D8F5}" presName="Accent1" presStyleCnt="0"/>
      <dgm:spPr/>
    </dgm:pt>
    <dgm:pt modelId="{A69F4BCC-BFC5-4B03-B587-14357A5CF4BC}" type="pres">
      <dgm:prSet presAssocID="{FC12B135-9AE2-4B3F-8CDB-79830773D8F5}" presName="Accent" presStyleLbl="node1" presStyleIdx="0" presStyleCnt="6"/>
      <dgm:spPr>
        <a:solidFill>
          <a:srgbClr val="509AAF"/>
        </a:solidFill>
      </dgm:spPr>
    </dgm:pt>
    <dgm:pt modelId="{A1BA5DE5-5793-4C3E-8A72-89E9E0B84138}" type="pres">
      <dgm:prSet presAssocID="{FC12B135-9AE2-4B3F-8CDB-79830773D8F5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3E9AFAF7-66E7-4B4D-BCD3-07D645FA72A5}" type="pres">
      <dgm:prSet presAssocID="{36C1C382-AB0A-405B-9837-FB121632BCAD}" presName="Accent2" presStyleCnt="0"/>
      <dgm:spPr/>
    </dgm:pt>
    <dgm:pt modelId="{DB26FB26-4832-4C74-90DF-1266C191708A}" type="pres">
      <dgm:prSet presAssocID="{36C1C382-AB0A-405B-9837-FB121632BCAD}" presName="Accent" presStyleLbl="node1" presStyleIdx="1" presStyleCnt="6"/>
      <dgm:spPr>
        <a:solidFill>
          <a:srgbClr val="509AAF"/>
        </a:solidFill>
      </dgm:spPr>
    </dgm:pt>
    <dgm:pt modelId="{E7592F33-4284-4979-A1C7-354EA4385666}" type="pres">
      <dgm:prSet presAssocID="{36C1C382-AB0A-405B-9837-FB121632BCAD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9A673D07-CA6D-4C45-AC48-CF974E936B00}" type="pres">
      <dgm:prSet presAssocID="{E5925587-FD2B-4520-BFD3-B9F3508B68C7}" presName="Accent3" presStyleCnt="0"/>
      <dgm:spPr/>
    </dgm:pt>
    <dgm:pt modelId="{C614C671-F85A-4BE5-8157-2517C99D437C}" type="pres">
      <dgm:prSet presAssocID="{E5925587-FD2B-4520-BFD3-B9F3508B68C7}" presName="Accent" presStyleLbl="node1" presStyleIdx="2" presStyleCnt="6"/>
      <dgm:spPr>
        <a:solidFill>
          <a:srgbClr val="509AAF"/>
        </a:solidFill>
      </dgm:spPr>
    </dgm:pt>
    <dgm:pt modelId="{04E00E3E-07F8-47E8-BBD2-BF6CED23EC1B}" type="pres">
      <dgm:prSet presAssocID="{E5925587-FD2B-4520-BFD3-B9F3508B68C7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C295072B-DF48-4C1A-8D87-5296A0334990}" type="pres">
      <dgm:prSet presAssocID="{4C2D0495-EB48-408E-8047-1D4021034196}" presName="Accent4" presStyleCnt="0"/>
      <dgm:spPr/>
    </dgm:pt>
    <dgm:pt modelId="{67DAE54D-1389-4AB7-8549-C373D077EA38}" type="pres">
      <dgm:prSet presAssocID="{4C2D0495-EB48-408E-8047-1D4021034196}" presName="Accent" presStyleLbl="node1" presStyleIdx="3" presStyleCnt="6"/>
      <dgm:spPr>
        <a:solidFill>
          <a:srgbClr val="509AAF"/>
        </a:solidFill>
      </dgm:spPr>
    </dgm:pt>
    <dgm:pt modelId="{B4E11247-7EC2-4F32-AE68-B9B146455197}" type="pres">
      <dgm:prSet presAssocID="{4C2D0495-EB48-408E-8047-1D4021034196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A82528B5-39F5-430B-84D2-C2F94B32FAD7}" type="pres">
      <dgm:prSet presAssocID="{8D727CFE-EC7B-4A23-AE39-C328F0F4EBF3}" presName="Accent5" presStyleCnt="0"/>
      <dgm:spPr/>
    </dgm:pt>
    <dgm:pt modelId="{9437839B-C603-4389-88F7-2E891171BA7F}" type="pres">
      <dgm:prSet presAssocID="{8D727CFE-EC7B-4A23-AE39-C328F0F4EBF3}" presName="Accent" presStyleLbl="node1" presStyleIdx="4" presStyleCnt="6"/>
      <dgm:spPr>
        <a:solidFill>
          <a:srgbClr val="509AAF"/>
        </a:solidFill>
      </dgm:spPr>
    </dgm:pt>
    <dgm:pt modelId="{21F8EC51-D82F-4680-AA11-9D1C9FA89C3A}" type="pres">
      <dgm:prSet presAssocID="{8D727CFE-EC7B-4A23-AE39-C328F0F4EBF3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204E047C-0B8F-44F0-940F-25FC42343D49}" type="pres">
      <dgm:prSet presAssocID="{60FB8538-3C76-445E-9F2D-E605D8935AD5}" presName="Accent6" presStyleCnt="0"/>
      <dgm:spPr/>
    </dgm:pt>
    <dgm:pt modelId="{0CD67A6E-7724-4CA5-9CD7-5CDC939DF59F}" type="pres">
      <dgm:prSet presAssocID="{60FB8538-3C76-445E-9F2D-E605D8935AD5}" presName="Accent" presStyleLbl="node1" presStyleIdx="5" presStyleCnt="6"/>
      <dgm:spPr>
        <a:solidFill>
          <a:srgbClr val="509AAF"/>
        </a:solidFill>
      </dgm:spPr>
    </dgm:pt>
    <dgm:pt modelId="{6AA5F58D-B6A6-44D3-8778-32E3A292BA93}" type="pres">
      <dgm:prSet presAssocID="{60FB8538-3C76-445E-9F2D-E605D8935AD5}" presName="Parent6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363FC11B-D68E-4E71-A50C-ED39FC4A24A7}" type="presOf" srcId="{60FB8538-3C76-445E-9F2D-E605D8935AD5}" destId="{6AA5F58D-B6A6-44D3-8778-32E3A292BA93}" srcOrd="0" destOrd="0" presId="urn:microsoft.com/office/officeart/2009/layout/CircleArrowProcess"/>
    <dgm:cxn modelId="{1ACF4E34-9A2A-43DB-A2D5-90DD8BD28572}" type="presOf" srcId="{4C2D0495-EB48-408E-8047-1D4021034196}" destId="{B4E11247-7EC2-4F32-AE68-B9B146455197}" srcOrd="0" destOrd="0" presId="urn:microsoft.com/office/officeart/2009/layout/CircleArrowProcess"/>
    <dgm:cxn modelId="{372A045F-332A-4692-8666-F019BFD33247}" srcId="{D60F4818-A1BF-4109-ABBB-0BBF48A4D44A}" destId="{8D727CFE-EC7B-4A23-AE39-C328F0F4EBF3}" srcOrd="4" destOrd="0" parTransId="{112ED35F-F28A-42AF-BE34-5FFE66D5E0D0}" sibTransId="{26F9E5CE-C2AD-454D-B2C3-16D15AFC1733}"/>
    <dgm:cxn modelId="{33C65942-04D3-4114-8D4B-4B9B989DE788}" type="presOf" srcId="{36C1C382-AB0A-405B-9837-FB121632BCAD}" destId="{E7592F33-4284-4979-A1C7-354EA4385666}" srcOrd="0" destOrd="0" presId="urn:microsoft.com/office/officeart/2009/layout/CircleArrowProcess"/>
    <dgm:cxn modelId="{16B29442-00A0-442B-B525-D7C4D0F2CADB}" srcId="{D60F4818-A1BF-4109-ABBB-0BBF48A4D44A}" destId="{FC12B135-9AE2-4B3F-8CDB-79830773D8F5}" srcOrd="0" destOrd="0" parTransId="{D0B5AF0D-8A5B-4D17-85AA-C2586CF5B9E3}" sibTransId="{F953EFDE-96DE-4BED-A99E-F0118076AD02}"/>
    <dgm:cxn modelId="{A2C84653-E01B-4973-A834-633E584903F4}" type="presOf" srcId="{D60F4818-A1BF-4109-ABBB-0BBF48A4D44A}" destId="{35C457DF-3DCB-4858-B94B-C24CA7DBD8C2}" srcOrd="0" destOrd="0" presId="urn:microsoft.com/office/officeart/2009/layout/CircleArrowProcess"/>
    <dgm:cxn modelId="{E4A68757-9289-4C3D-B50F-800F828A7175}" srcId="{D60F4818-A1BF-4109-ABBB-0BBF48A4D44A}" destId="{60FB8538-3C76-445E-9F2D-E605D8935AD5}" srcOrd="5" destOrd="0" parTransId="{3C46DEBE-3EF2-4870-A40D-30DF702151AF}" sibTransId="{B5A4E6EF-2413-4033-AEE6-062D98949B63}"/>
    <dgm:cxn modelId="{DA3A118A-F634-487A-8452-F7884465809C}" type="presOf" srcId="{E5925587-FD2B-4520-BFD3-B9F3508B68C7}" destId="{04E00E3E-07F8-47E8-BBD2-BF6CED23EC1B}" srcOrd="0" destOrd="0" presId="urn:microsoft.com/office/officeart/2009/layout/CircleArrowProcess"/>
    <dgm:cxn modelId="{F3B3C894-C5D7-4D6E-8C01-2FC2C21AF551}" type="presOf" srcId="{8D727CFE-EC7B-4A23-AE39-C328F0F4EBF3}" destId="{21F8EC51-D82F-4680-AA11-9D1C9FA89C3A}" srcOrd="0" destOrd="0" presId="urn:microsoft.com/office/officeart/2009/layout/CircleArrowProcess"/>
    <dgm:cxn modelId="{8D83EDBD-F230-4397-B615-DEEB5A03C2A6}" srcId="{D60F4818-A1BF-4109-ABBB-0BBF48A4D44A}" destId="{36C1C382-AB0A-405B-9837-FB121632BCAD}" srcOrd="1" destOrd="0" parTransId="{621BCB16-5D04-4FB3-ADDD-1A90DA205263}" sibTransId="{4E4BF81D-A4AB-45F2-8226-68AD915FD393}"/>
    <dgm:cxn modelId="{3A92D9BF-67BD-4756-8328-DEC6E398E866}" type="presOf" srcId="{FC12B135-9AE2-4B3F-8CDB-79830773D8F5}" destId="{A1BA5DE5-5793-4C3E-8A72-89E9E0B84138}" srcOrd="0" destOrd="0" presId="urn:microsoft.com/office/officeart/2009/layout/CircleArrowProcess"/>
    <dgm:cxn modelId="{516773F1-CB9C-4198-8473-84C7CDCF9C3C}" srcId="{D60F4818-A1BF-4109-ABBB-0BBF48A4D44A}" destId="{E5925587-FD2B-4520-BFD3-B9F3508B68C7}" srcOrd="2" destOrd="0" parTransId="{5D0CCCF0-05EC-41BC-9019-37C6768C6707}" sibTransId="{9BC4BF68-C416-4D4B-B974-7CAD7BB966E3}"/>
    <dgm:cxn modelId="{DE5204FB-9605-4D39-AB57-7B6EECA8B781}" srcId="{D60F4818-A1BF-4109-ABBB-0BBF48A4D44A}" destId="{4C2D0495-EB48-408E-8047-1D4021034196}" srcOrd="3" destOrd="0" parTransId="{7DDB2CDA-A4F0-4521-BA9F-A88531633277}" sibTransId="{B7C813B4-5EA0-4589-87F7-FCB54CE5F3ED}"/>
    <dgm:cxn modelId="{50E147E1-1F63-4E94-8C51-AA427392B07D}" type="presParOf" srcId="{35C457DF-3DCB-4858-B94B-C24CA7DBD8C2}" destId="{9FEFAFC0-8F7D-40ED-88D8-95529FAEF328}" srcOrd="0" destOrd="0" presId="urn:microsoft.com/office/officeart/2009/layout/CircleArrowProcess"/>
    <dgm:cxn modelId="{627CF06C-A061-49B0-8F4A-1AEFA3697E92}" type="presParOf" srcId="{9FEFAFC0-8F7D-40ED-88D8-95529FAEF328}" destId="{A69F4BCC-BFC5-4B03-B587-14357A5CF4BC}" srcOrd="0" destOrd="0" presId="urn:microsoft.com/office/officeart/2009/layout/CircleArrowProcess"/>
    <dgm:cxn modelId="{860221A9-83B7-4678-B12E-1103A4D38CF8}" type="presParOf" srcId="{35C457DF-3DCB-4858-B94B-C24CA7DBD8C2}" destId="{A1BA5DE5-5793-4C3E-8A72-89E9E0B84138}" srcOrd="1" destOrd="0" presId="urn:microsoft.com/office/officeart/2009/layout/CircleArrowProcess"/>
    <dgm:cxn modelId="{6D12F2E5-1482-407A-A933-ABF9AC3CBF78}" type="presParOf" srcId="{35C457DF-3DCB-4858-B94B-C24CA7DBD8C2}" destId="{3E9AFAF7-66E7-4B4D-BCD3-07D645FA72A5}" srcOrd="2" destOrd="0" presId="urn:microsoft.com/office/officeart/2009/layout/CircleArrowProcess"/>
    <dgm:cxn modelId="{4152244B-00ED-4231-951B-1E46E13BA86F}" type="presParOf" srcId="{3E9AFAF7-66E7-4B4D-BCD3-07D645FA72A5}" destId="{DB26FB26-4832-4C74-90DF-1266C191708A}" srcOrd="0" destOrd="0" presId="urn:microsoft.com/office/officeart/2009/layout/CircleArrowProcess"/>
    <dgm:cxn modelId="{C9A7AED4-AA81-4CB5-B6AA-9D67FFE0F55A}" type="presParOf" srcId="{35C457DF-3DCB-4858-B94B-C24CA7DBD8C2}" destId="{E7592F33-4284-4979-A1C7-354EA4385666}" srcOrd="3" destOrd="0" presId="urn:microsoft.com/office/officeart/2009/layout/CircleArrowProcess"/>
    <dgm:cxn modelId="{D66D6858-ADD3-4D22-B9E5-12FD2DAD9D5E}" type="presParOf" srcId="{35C457DF-3DCB-4858-B94B-C24CA7DBD8C2}" destId="{9A673D07-CA6D-4C45-AC48-CF974E936B00}" srcOrd="4" destOrd="0" presId="urn:microsoft.com/office/officeart/2009/layout/CircleArrowProcess"/>
    <dgm:cxn modelId="{91255BC1-2394-4C31-B8F4-1E10DDB16380}" type="presParOf" srcId="{9A673D07-CA6D-4C45-AC48-CF974E936B00}" destId="{C614C671-F85A-4BE5-8157-2517C99D437C}" srcOrd="0" destOrd="0" presId="urn:microsoft.com/office/officeart/2009/layout/CircleArrowProcess"/>
    <dgm:cxn modelId="{3B0CC090-E2A4-4642-A14C-04EDEB8C043A}" type="presParOf" srcId="{35C457DF-3DCB-4858-B94B-C24CA7DBD8C2}" destId="{04E00E3E-07F8-47E8-BBD2-BF6CED23EC1B}" srcOrd="5" destOrd="0" presId="urn:microsoft.com/office/officeart/2009/layout/CircleArrowProcess"/>
    <dgm:cxn modelId="{0F3AC047-EBA0-465F-BB98-C7568AC69DD8}" type="presParOf" srcId="{35C457DF-3DCB-4858-B94B-C24CA7DBD8C2}" destId="{C295072B-DF48-4C1A-8D87-5296A0334990}" srcOrd="6" destOrd="0" presId="urn:microsoft.com/office/officeart/2009/layout/CircleArrowProcess"/>
    <dgm:cxn modelId="{E49B577C-7DBA-45FE-8A6C-88A4A7A756B5}" type="presParOf" srcId="{C295072B-DF48-4C1A-8D87-5296A0334990}" destId="{67DAE54D-1389-4AB7-8549-C373D077EA38}" srcOrd="0" destOrd="0" presId="urn:microsoft.com/office/officeart/2009/layout/CircleArrowProcess"/>
    <dgm:cxn modelId="{1363DCBE-3606-4696-9447-80E06164CC81}" type="presParOf" srcId="{35C457DF-3DCB-4858-B94B-C24CA7DBD8C2}" destId="{B4E11247-7EC2-4F32-AE68-B9B146455197}" srcOrd="7" destOrd="0" presId="urn:microsoft.com/office/officeart/2009/layout/CircleArrowProcess"/>
    <dgm:cxn modelId="{A3BBF90E-6272-47E3-95A9-2988E5384DFF}" type="presParOf" srcId="{35C457DF-3DCB-4858-B94B-C24CA7DBD8C2}" destId="{A82528B5-39F5-430B-84D2-C2F94B32FAD7}" srcOrd="8" destOrd="0" presId="urn:microsoft.com/office/officeart/2009/layout/CircleArrowProcess"/>
    <dgm:cxn modelId="{8C182EE6-5C8B-4F18-AD08-DD06128EF46A}" type="presParOf" srcId="{A82528B5-39F5-430B-84D2-C2F94B32FAD7}" destId="{9437839B-C603-4389-88F7-2E891171BA7F}" srcOrd="0" destOrd="0" presId="urn:microsoft.com/office/officeart/2009/layout/CircleArrowProcess"/>
    <dgm:cxn modelId="{0D7646D1-B598-434C-95EE-D911BE4585B6}" type="presParOf" srcId="{35C457DF-3DCB-4858-B94B-C24CA7DBD8C2}" destId="{21F8EC51-D82F-4680-AA11-9D1C9FA89C3A}" srcOrd="9" destOrd="0" presId="urn:microsoft.com/office/officeart/2009/layout/CircleArrowProcess"/>
    <dgm:cxn modelId="{50308C2E-FA32-4221-8CCD-CE1E22EFD296}" type="presParOf" srcId="{35C457DF-3DCB-4858-B94B-C24CA7DBD8C2}" destId="{204E047C-0B8F-44F0-940F-25FC42343D49}" srcOrd="10" destOrd="0" presId="urn:microsoft.com/office/officeart/2009/layout/CircleArrowProcess"/>
    <dgm:cxn modelId="{25AFBFE1-23A0-4B03-9156-3E5453D34015}" type="presParOf" srcId="{204E047C-0B8F-44F0-940F-25FC42343D49}" destId="{0CD67A6E-7724-4CA5-9CD7-5CDC939DF59F}" srcOrd="0" destOrd="0" presId="urn:microsoft.com/office/officeart/2009/layout/CircleArrowProcess"/>
    <dgm:cxn modelId="{6D9E9C62-FF94-4F0E-924A-F93194E333C3}" type="presParOf" srcId="{35C457DF-3DCB-4858-B94B-C24CA7DBD8C2}" destId="{6AA5F58D-B6A6-44D3-8778-32E3A292BA93}" srcOrd="11" destOrd="0" presId="urn:microsoft.com/office/officeart/2009/layout/CircleArrowProcess"/>
  </dgm:cxnLst>
  <dgm:bg>
    <a:solidFill>
      <a:srgbClr val="F2F2F2"/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8C586-851A-4F3C-B95A-A1E297B657CD}">
      <dsp:nvSpPr>
        <dsp:cNvPr id="0" name=""/>
        <dsp:cNvSpPr/>
      </dsp:nvSpPr>
      <dsp:spPr>
        <a:xfrm rot="5400000">
          <a:off x="15387" y="1078791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F437D-FFD4-4C10-A943-E18CBE152A4E}">
      <dsp:nvSpPr>
        <dsp:cNvPr id="0" name=""/>
        <dsp:cNvSpPr/>
      </dsp:nvSpPr>
      <dsp:spPr>
        <a:xfrm>
          <a:off x="401727" y="1338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AF"/>
              </a:solidFill>
              <a:latin typeface="IBM Plex Sans "/>
            </a:rPr>
            <a:t>Clarify the issue</a:t>
          </a:r>
          <a:r>
            <a:rPr lang="en-US" sz="1400" kern="1200" dirty="0">
              <a:solidFill>
                <a:srgbClr val="509AAF"/>
              </a:solidFill>
              <a:latin typeface="IBM Plex Sans "/>
            </a:rPr>
            <a:t> – </a:t>
          </a:r>
          <a:br>
            <a:rPr lang="en-US" sz="1400" kern="1200" dirty="0">
              <a:solidFill>
                <a:srgbClr val="509AAF"/>
              </a:solidFill>
              <a:latin typeface="IBM Plex Sans "/>
            </a:rPr>
          </a:br>
          <a:r>
            <a:rPr lang="en-US" sz="1400" kern="1200" dirty="0">
              <a:solidFill>
                <a:srgbClr val="509AAF"/>
              </a:solidFill>
              <a:latin typeface="IBM Plex Sans "/>
            </a:rPr>
            <a:t>Ensure everyone understands the problem.</a:t>
          </a:r>
        </a:p>
      </dsp:txBody>
      <dsp:txXfrm>
        <a:off x="441423" y="41034"/>
        <a:ext cx="2179493" cy="1275939"/>
      </dsp:txXfrm>
    </dsp:sp>
    <dsp:sp modelId="{C7BD93EC-3796-4A0D-9060-387806F5D0E2}">
      <dsp:nvSpPr>
        <dsp:cNvPr id="0" name=""/>
        <dsp:cNvSpPr/>
      </dsp:nvSpPr>
      <dsp:spPr>
        <a:xfrm rot="5400000">
          <a:off x="15387" y="2772955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67BCA2-A185-4C3C-B1DA-8F0F8D57AEE9}">
      <dsp:nvSpPr>
        <dsp:cNvPr id="0" name=""/>
        <dsp:cNvSpPr/>
      </dsp:nvSpPr>
      <dsp:spPr>
        <a:xfrm>
          <a:off x="401727" y="1695502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AF"/>
              </a:solidFill>
              <a:latin typeface="IBM Plex Sans "/>
            </a:rPr>
            <a:t>Check data quality</a:t>
          </a:r>
          <a:r>
            <a:rPr lang="en-US" sz="1400" kern="1200" dirty="0">
              <a:solidFill>
                <a:srgbClr val="509AAF"/>
              </a:solidFill>
              <a:latin typeface="IBM Plex Sans "/>
            </a:rPr>
            <a:t> – </a:t>
          </a:r>
          <a:br>
            <a:rPr lang="en-US" sz="1400" kern="1200" dirty="0">
              <a:solidFill>
                <a:srgbClr val="509AAF"/>
              </a:solidFill>
              <a:latin typeface="IBM Plex Sans "/>
            </a:rPr>
          </a:br>
          <a:r>
            <a:rPr lang="en-US" sz="1400" kern="1200" dirty="0">
              <a:solidFill>
                <a:srgbClr val="509AAF"/>
              </a:solidFill>
              <a:latin typeface="IBM Plex Sans "/>
            </a:rPr>
            <a:t>Use reliable, up-to-date information.</a:t>
          </a:r>
        </a:p>
      </dsp:txBody>
      <dsp:txXfrm>
        <a:off x="441423" y="1735198"/>
        <a:ext cx="2179493" cy="1275939"/>
      </dsp:txXfrm>
    </dsp:sp>
    <dsp:sp modelId="{7F4C5AF7-EAB9-41E3-B7BB-0A4EBB534FE4}">
      <dsp:nvSpPr>
        <dsp:cNvPr id="0" name=""/>
        <dsp:cNvSpPr/>
      </dsp:nvSpPr>
      <dsp:spPr>
        <a:xfrm>
          <a:off x="862469" y="3620037"/>
          <a:ext cx="2995352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B51184-9CEA-4571-AF69-CC623E681537}">
      <dsp:nvSpPr>
        <dsp:cNvPr id="0" name=""/>
        <dsp:cNvSpPr/>
      </dsp:nvSpPr>
      <dsp:spPr>
        <a:xfrm>
          <a:off x="401727" y="3389666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rgbClr val="509AC5"/>
              </a:solidFill>
              <a:latin typeface="IBM Plex Sans "/>
            </a:rPr>
            <a:t>Analyse</a:t>
          </a:r>
          <a:r>
            <a:rPr lang="en-US" sz="1400" b="1" kern="1200" dirty="0">
              <a:solidFill>
                <a:srgbClr val="509AC5"/>
              </a:solidFill>
              <a:latin typeface="IBM Plex Sans "/>
            </a:rPr>
            <a:t> root causes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Don’t confuse symptoms with causes.</a:t>
          </a:r>
        </a:p>
      </dsp:txBody>
      <dsp:txXfrm>
        <a:off x="441423" y="3429362"/>
        <a:ext cx="2179493" cy="1275939"/>
      </dsp:txXfrm>
    </dsp:sp>
    <dsp:sp modelId="{BA353CFE-D3F8-4D77-BADB-3BA68A5CE97E}">
      <dsp:nvSpPr>
        <dsp:cNvPr id="0" name=""/>
        <dsp:cNvSpPr/>
      </dsp:nvSpPr>
      <dsp:spPr>
        <a:xfrm rot="16200000">
          <a:off x="3019704" y="2772955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B8CB3-C29C-433A-884E-2646B498F5C6}">
      <dsp:nvSpPr>
        <dsp:cNvPr id="0" name=""/>
        <dsp:cNvSpPr/>
      </dsp:nvSpPr>
      <dsp:spPr>
        <a:xfrm>
          <a:off x="3406044" y="3389666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Explore alternatives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Avoid settling on the first idea.</a:t>
          </a:r>
        </a:p>
      </dsp:txBody>
      <dsp:txXfrm>
        <a:off x="3445740" y="3429362"/>
        <a:ext cx="2179493" cy="1275939"/>
      </dsp:txXfrm>
    </dsp:sp>
    <dsp:sp modelId="{4FF11804-30B6-4194-B260-14860A6A1707}">
      <dsp:nvSpPr>
        <dsp:cNvPr id="0" name=""/>
        <dsp:cNvSpPr/>
      </dsp:nvSpPr>
      <dsp:spPr>
        <a:xfrm rot="16200000">
          <a:off x="3019704" y="1078791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F10FEC-6599-472B-A733-F47C452DB0BC}">
      <dsp:nvSpPr>
        <dsp:cNvPr id="0" name=""/>
        <dsp:cNvSpPr/>
      </dsp:nvSpPr>
      <dsp:spPr>
        <a:xfrm>
          <a:off x="3406044" y="1695502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Assess feasibility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Time, cost, resources, constraints.</a:t>
          </a:r>
        </a:p>
      </dsp:txBody>
      <dsp:txXfrm>
        <a:off x="3445740" y="1735198"/>
        <a:ext cx="2179493" cy="1275939"/>
      </dsp:txXfrm>
    </dsp:sp>
    <dsp:sp modelId="{9DF159ED-2037-4E24-A906-D8B1C5DA6BE4}">
      <dsp:nvSpPr>
        <dsp:cNvPr id="0" name=""/>
        <dsp:cNvSpPr/>
      </dsp:nvSpPr>
      <dsp:spPr>
        <a:xfrm>
          <a:off x="3866786" y="231709"/>
          <a:ext cx="2995352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B4AF0-EA15-408A-92D3-DCF066BE40F2}">
      <dsp:nvSpPr>
        <dsp:cNvPr id="0" name=""/>
        <dsp:cNvSpPr/>
      </dsp:nvSpPr>
      <dsp:spPr>
        <a:xfrm>
          <a:off x="3406044" y="1338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Challenge biases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 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Stay objective and evidence-based.</a:t>
          </a:r>
        </a:p>
      </dsp:txBody>
      <dsp:txXfrm>
        <a:off x="3445740" y="41034"/>
        <a:ext cx="2179493" cy="1275939"/>
      </dsp:txXfrm>
    </dsp:sp>
    <dsp:sp modelId="{AD186301-26B4-490F-AD65-C79DCF3E6349}">
      <dsp:nvSpPr>
        <dsp:cNvPr id="0" name=""/>
        <dsp:cNvSpPr/>
      </dsp:nvSpPr>
      <dsp:spPr>
        <a:xfrm rot="5400000">
          <a:off x="6024021" y="1078791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424A6-D95E-480D-9A37-4B2EF7E71FC1}">
      <dsp:nvSpPr>
        <dsp:cNvPr id="0" name=""/>
        <dsp:cNvSpPr/>
      </dsp:nvSpPr>
      <dsp:spPr>
        <a:xfrm>
          <a:off x="6410361" y="1338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Prototype or test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Reduce risks before full execution.</a:t>
          </a:r>
        </a:p>
      </dsp:txBody>
      <dsp:txXfrm>
        <a:off x="6450057" y="41034"/>
        <a:ext cx="2179493" cy="1275939"/>
      </dsp:txXfrm>
    </dsp:sp>
    <dsp:sp modelId="{4855A126-03EA-4722-BFBE-0F764789D8BB}">
      <dsp:nvSpPr>
        <dsp:cNvPr id="0" name=""/>
        <dsp:cNvSpPr/>
      </dsp:nvSpPr>
      <dsp:spPr>
        <a:xfrm rot="5400000">
          <a:off x="6024021" y="2772955"/>
          <a:ext cx="1685199" cy="203299"/>
        </a:xfrm>
        <a:prstGeom prst="rect">
          <a:avLst/>
        </a:prstGeom>
        <a:solidFill>
          <a:srgbClr val="7CE1C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4A482-113F-4FF6-82C5-5DB5D3F0F3E3}">
      <dsp:nvSpPr>
        <dsp:cNvPr id="0" name=""/>
        <dsp:cNvSpPr/>
      </dsp:nvSpPr>
      <dsp:spPr>
        <a:xfrm>
          <a:off x="6410361" y="1695502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Measure outcomes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509AC5"/>
              </a:solidFill>
              <a:latin typeface="IBM Plex Sans "/>
            </a:rPr>
            <a:t>Track progress and adjust quickly.</a:t>
          </a:r>
        </a:p>
      </dsp:txBody>
      <dsp:txXfrm>
        <a:off x="6450057" y="1735198"/>
        <a:ext cx="2179493" cy="1275939"/>
      </dsp:txXfrm>
    </dsp:sp>
    <dsp:sp modelId="{4F118941-29D4-4CEE-B612-5879FFFCB019}">
      <dsp:nvSpPr>
        <dsp:cNvPr id="0" name=""/>
        <dsp:cNvSpPr/>
      </dsp:nvSpPr>
      <dsp:spPr>
        <a:xfrm>
          <a:off x="6410361" y="3389666"/>
          <a:ext cx="2258885" cy="1355331"/>
        </a:xfrm>
        <a:prstGeom prst="roundRect">
          <a:avLst>
            <a:gd name="adj" fmla="val 10000"/>
          </a:avLst>
        </a:prstGeom>
        <a:solidFill>
          <a:srgbClr val="F2F2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509AC5"/>
              </a:solidFill>
              <a:latin typeface="IBM Plex Sans "/>
            </a:rPr>
            <a:t>Reflect &amp; record</a:t>
          </a:r>
          <a:r>
            <a:rPr lang="en-US" sz="1400" kern="1200" dirty="0">
              <a:solidFill>
                <a:srgbClr val="509AC5"/>
              </a:solidFill>
              <a:latin typeface="IBM Plex Sans "/>
            </a:rPr>
            <a:t> –</a:t>
          </a:r>
          <a:br>
            <a:rPr lang="en-US" sz="1400" kern="1200" dirty="0">
              <a:solidFill>
                <a:srgbClr val="509AC5"/>
              </a:solidFill>
              <a:latin typeface="IBM Plex Sans "/>
            </a:rPr>
          </a:br>
          <a:r>
            <a:rPr lang="en-US" sz="1400" kern="1200" dirty="0">
              <a:solidFill>
                <a:srgbClr val="509AC5"/>
              </a:solidFill>
              <a:latin typeface="IBM Plex Sans "/>
            </a:rPr>
            <a:t>Capture insights for future cases.</a:t>
          </a:r>
        </a:p>
      </dsp:txBody>
      <dsp:txXfrm>
        <a:off x="6450057" y="3429362"/>
        <a:ext cx="2179493" cy="1275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EBE35-62F1-449B-8FDF-DCDFF8C16ABB}">
      <dsp:nvSpPr>
        <dsp:cNvPr id="0" name=""/>
        <dsp:cNvSpPr/>
      </dsp:nvSpPr>
      <dsp:spPr>
        <a:xfrm>
          <a:off x="1732368" y="0"/>
          <a:ext cx="1135330" cy="113545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92CB39-2E73-4746-A449-F1273AEBE0B8}">
      <dsp:nvSpPr>
        <dsp:cNvPr id="0" name=""/>
        <dsp:cNvSpPr/>
      </dsp:nvSpPr>
      <dsp:spPr>
        <a:xfrm>
          <a:off x="1983031" y="411164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Immediate Access</a:t>
          </a:r>
        </a:p>
      </dsp:txBody>
      <dsp:txXfrm>
        <a:off x="1983031" y="411164"/>
        <a:ext cx="633578" cy="316579"/>
      </dsp:txXfrm>
    </dsp:sp>
    <dsp:sp modelId="{E4658654-A0C9-40D8-92BF-065521409FD5}">
      <dsp:nvSpPr>
        <dsp:cNvPr id="0" name=""/>
        <dsp:cNvSpPr/>
      </dsp:nvSpPr>
      <dsp:spPr>
        <a:xfrm>
          <a:off x="1416963" y="652593"/>
          <a:ext cx="1135330" cy="113545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59E14-5BFE-478B-9EFE-A22A039B0533}">
      <dsp:nvSpPr>
        <dsp:cNvPr id="0" name=""/>
        <dsp:cNvSpPr/>
      </dsp:nvSpPr>
      <dsp:spPr>
        <a:xfrm>
          <a:off x="1666348" y="1065053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Cash Flow Management</a:t>
          </a:r>
        </a:p>
      </dsp:txBody>
      <dsp:txXfrm>
        <a:off x="1666348" y="1065053"/>
        <a:ext cx="633578" cy="316579"/>
      </dsp:txXfrm>
    </dsp:sp>
    <dsp:sp modelId="{98538AC5-9ABC-4005-ADC4-62024166BF59}">
      <dsp:nvSpPr>
        <dsp:cNvPr id="0" name=""/>
        <dsp:cNvSpPr/>
      </dsp:nvSpPr>
      <dsp:spPr>
        <a:xfrm>
          <a:off x="1732368" y="1307347"/>
          <a:ext cx="1135330" cy="113545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65011-9A6B-4E0D-93DF-08932EA443C9}">
      <dsp:nvSpPr>
        <dsp:cNvPr id="0" name=""/>
        <dsp:cNvSpPr/>
      </dsp:nvSpPr>
      <dsp:spPr>
        <a:xfrm>
          <a:off x="1983031" y="1718511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  <a:ea typeface="+mn-ea"/>
              <a:cs typeface="+mn-cs"/>
            </a:rPr>
            <a:t>Leverage</a:t>
          </a:r>
          <a:r>
            <a:rPr lang="en-US" sz="800" kern="1200" dirty="0">
              <a:solidFill>
                <a:srgbClr val="7DD8C7"/>
              </a:solidFill>
              <a:latin typeface="IBM Plex Sans "/>
            </a:rPr>
            <a:t> for Growth</a:t>
          </a:r>
        </a:p>
      </dsp:txBody>
      <dsp:txXfrm>
        <a:off x="1983031" y="1718511"/>
        <a:ext cx="633578" cy="316579"/>
      </dsp:txXfrm>
    </dsp:sp>
    <dsp:sp modelId="{047F2E0A-8156-4547-8E31-8D0FCE071AF3}">
      <dsp:nvSpPr>
        <dsp:cNvPr id="0" name=""/>
        <dsp:cNvSpPr/>
      </dsp:nvSpPr>
      <dsp:spPr>
        <a:xfrm>
          <a:off x="1416963" y="1961236"/>
          <a:ext cx="1135330" cy="113545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6BF5C-A848-4022-A35D-8EDE9BD56677}">
      <dsp:nvSpPr>
        <dsp:cNvPr id="0" name=""/>
        <dsp:cNvSpPr/>
      </dsp:nvSpPr>
      <dsp:spPr>
        <a:xfrm>
          <a:off x="1666348" y="2372400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Predictable Payments</a:t>
          </a:r>
        </a:p>
      </dsp:txBody>
      <dsp:txXfrm>
        <a:off x="1666348" y="2372400"/>
        <a:ext cx="633578" cy="316579"/>
      </dsp:txXfrm>
    </dsp:sp>
    <dsp:sp modelId="{BE91521C-88B4-4D3A-A1F8-01F5D11D2E04}">
      <dsp:nvSpPr>
        <dsp:cNvPr id="0" name=""/>
        <dsp:cNvSpPr/>
      </dsp:nvSpPr>
      <dsp:spPr>
        <a:xfrm>
          <a:off x="1732368" y="2614262"/>
          <a:ext cx="1135330" cy="1135452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7ABF4-5525-4719-875E-CC2F600368E5}">
      <dsp:nvSpPr>
        <dsp:cNvPr id="0" name=""/>
        <dsp:cNvSpPr/>
      </dsp:nvSpPr>
      <dsp:spPr>
        <a:xfrm>
          <a:off x="1983031" y="3025426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Builds Credit</a:t>
          </a:r>
        </a:p>
      </dsp:txBody>
      <dsp:txXfrm>
        <a:off x="1983031" y="3025426"/>
        <a:ext cx="633578" cy="316579"/>
      </dsp:txXfrm>
    </dsp:sp>
    <dsp:sp modelId="{AF1ABC44-FE92-4110-99D2-8AB7D158632F}">
      <dsp:nvSpPr>
        <dsp:cNvPr id="0" name=""/>
        <dsp:cNvSpPr/>
      </dsp:nvSpPr>
      <dsp:spPr>
        <a:xfrm>
          <a:off x="1497891" y="3342869"/>
          <a:ext cx="975391" cy="976083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7FD66-3993-4E51-92FA-99867FD69D7B}">
      <dsp:nvSpPr>
        <dsp:cNvPr id="0" name=""/>
        <dsp:cNvSpPr/>
      </dsp:nvSpPr>
      <dsp:spPr>
        <a:xfrm>
          <a:off x="1666348" y="3679316"/>
          <a:ext cx="633578" cy="316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rgbClr val="7DD8C7"/>
              </a:solidFill>
              <a:latin typeface="IBM Plex Sans "/>
            </a:rPr>
            <a:t>Tax Benefits (in some cases)</a:t>
          </a:r>
        </a:p>
      </dsp:txBody>
      <dsp:txXfrm>
        <a:off x="1666348" y="3679316"/>
        <a:ext cx="633578" cy="316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F4BCC-BFC5-4B03-B587-14357A5CF4BC}">
      <dsp:nvSpPr>
        <dsp:cNvPr id="0" name=""/>
        <dsp:cNvSpPr/>
      </dsp:nvSpPr>
      <dsp:spPr>
        <a:xfrm>
          <a:off x="1731423" y="0"/>
          <a:ext cx="1135747" cy="11358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A5DE5-5793-4C3E-8A72-89E9E0B84138}">
      <dsp:nvSpPr>
        <dsp:cNvPr id="0" name=""/>
        <dsp:cNvSpPr/>
      </dsp:nvSpPr>
      <dsp:spPr>
        <a:xfrm>
          <a:off x="1982178" y="411315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Interest Costs</a:t>
          </a:r>
        </a:p>
      </dsp:txBody>
      <dsp:txXfrm>
        <a:off x="1982178" y="411315"/>
        <a:ext cx="633811" cy="316695"/>
      </dsp:txXfrm>
    </dsp:sp>
    <dsp:sp modelId="{DB26FB26-4832-4C74-90DF-1266C191708A}">
      <dsp:nvSpPr>
        <dsp:cNvPr id="0" name=""/>
        <dsp:cNvSpPr/>
      </dsp:nvSpPr>
      <dsp:spPr>
        <a:xfrm>
          <a:off x="1415902" y="652833"/>
          <a:ext cx="1135747" cy="11358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92F33-4284-4979-A1C7-354EA4385666}">
      <dsp:nvSpPr>
        <dsp:cNvPr id="0" name=""/>
        <dsp:cNvSpPr/>
      </dsp:nvSpPr>
      <dsp:spPr>
        <a:xfrm>
          <a:off x="1665379" y="1065445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rgbClr val="7DD8C7"/>
              </a:solidFill>
              <a:latin typeface="IBM Plex Sans "/>
            </a:rPr>
            <a:t>Debt Obligation</a:t>
          </a:r>
        </a:p>
      </dsp:txBody>
      <dsp:txXfrm>
        <a:off x="1665379" y="1065445"/>
        <a:ext cx="633811" cy="316695"/>
      </dsp:txXfrm>
    </dsp:sp>
    <dsp:sp modelId="{C614C671-F85A-4BE5-8157-2517C99D437C}">
      <dsp:nvSpPr>
        <dsp:cNvPr id="0" name=""/>
        <dsp:cNvSpPr/>
      </dsp:nvSpPr>
      <dsp:spPr>
        <a:xfrm>
          <a:off x="1731423" y="1307828"/>
          <a:ext cx="1135747" cy="11358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00E3E-07F8-47E8-BBD2-BF6CED23EC1B}">
      <dsp:nvSpPr>
        <dsp:cNvPr id="0" name=""/>
        <dsp:cNvSpPr/>
      </dsp:nvSpPr>
      <dsp:spPr>
        <a:xfrm>
          <a:off x="1982178" y="1719143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rgbClr val="7DD8C7"/>
              </a:solidFill>
              <a:latin typeface="IBM Plex Sans "/>
            </a:rPr>
            <a:t>Risk of Default</a:t>
          </a:r>
        </a:p>
      </dsp:txBody>
      <dsp:txXfrm>
        <a:off x="1982178" y="1719143"/>
        <a:ext cx="633811" cy="316695"/>
      </dsp:txXfrm>
    </dsp:sp>
    <dsp:sp modelId="{67DAE54D-1389-4AB7-8549-C373D077EA38}">
      <dsp:nvSpPr>
        <dsp:cNvPr id="0" name=""/>
        <dsp:cNvSpPr/>
      </dsp:nvSpPr>
      <dsp:spPr>
        <a:xfrm>
          <a:off x="1415902" y="1961958"/>
          <a:ext cx="1135747" cy="11358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11247-7EC2-4F32-AE68-B9B146455197}">
      <dsp:nvSpPr>
        <dsp:cNvPr id="0" name=""/>
        <dsp:cNvSpPr/>
      </dsp:nvSpPr>
      <dsp:spPr>
        <a:xfrm>
          <a:off x="1665379" y="2373273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rgbClr val="7DD8C7"/>
              </a:solidFill>
              <a:latin typeface="IBM Plex Sans "/>
            </a:rPr>
            <a:t>Approval Requirements</a:t>
          </a:r>
        </a:p>
      </dsp:txBody>
      <dsp:txXfrm>
        <a:off x="1665379" y="2373273"/>
        <a:ext cx="633811" cy="316695"/>
      </dsp:txXfrm>
    </dsp:sp>
    <dsp:sp modelId="{9437839B-C603-4389-88F7-2E891171BA7F}">
      <dsp:nvSpPr>
        <dsp:cNvPr id="0" name=""/>
        <dsp:cNvSpPr/>
      </dsp:nvSpPr>
      <dsp:spPr>
        <a:xfrm>
          <a:off x="1731423" y="2615224"/>
          <a:ext cx="1135747" cy="11358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8EC51-D82F-4680-AA11-9D1C9FA89C3A}">
      <dsp:nvSpPr>
        <dsp:cNvPr id="0" name=""/>
        <dsp:cNvSpPr/>
      </dsp:nvSpPr>
      <dsp:spPr>
        <a:xfrm>
          <a:off x="1982178" y="3026539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rgbClr val="7DD8C7"/>
              </a:solidFill>
              <a:latin typeface="IBM Plex Sans "/>
            </a:rPr>
            <a:t>Reduced Financial Flexibility</a:t>
          </a:r>
        </a:p>
      </dsp:txBody>
      <dsp:txXfrm>
        <a:off x="1982178" y="3026539"/>
        <a:ext cx="633811" cy="316695"/>
      </dsp:txXfrm>
    </dsp:sp>
    <dsp:sp modelId="{0CD67A6E-7724-4CA5-9CD7-5CDC939DF59F}">
      <dsp:nvSpPr>
        <dsp:cNvPr id="0" name=""/>
        <dsp:cNvSpPr/>
      </dsp:nvSpPr>
      <dsp:spPr>
        <a:xfrm>
          <a:off x="1496860" y="3344099"/>
          <a:ext cx="975750" cy="97644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509A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5F58D-B6A6-44D3-8778-32E3A292BA93}">
      <dsp:nvSpPr>
        <dsp:cNvPr id="0" name=""/>
        <dsp:cNvSpPr/>
      </dsp:nvSpPr>
      <dsp:spPr>
        <a:xfrm>
          <a:off x="1665379" y="3680669"/>
          <a:ext cx="633811" cy="316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rgbClr val="7DD8C7"/>
              </a:solidFill>
              <a:latin typeface="IBM Plex Sans "/>
            </a:rPr>
            <a:t>Variable Rates Risk</a:t>
          </a:r>
        </a:p>
      </dsp:txBody>
      <dsp:txXfrm>
        <a:off x="1665379" y="3680669"/>
        <a:ext cx="633811" cy="316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182683" cy="278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0668" tIns="47148" rIns="90668" bIns="47148" numCol="1" anchor="t" anchorCtr="0" compatLnSpc="1">
            <a:prstTxWarp prst="textNoShape">
              <a:avLst/>
            </a:prstTxWarp>
            <a:spAutoFit/>
          </a:bodyPr>
          <a:lstStyle>
            <a:lvl1pPr algn="l" defTabSz="920615">
              <a:spcBef>
                <a:spcPct val="0"/>
              </a:spcBef>
              <a:defRPr b="1"/>
            </a:lvl1pPr>
          </a:lstStyle>
          <a:p>
            <a:endParaRPr lang="da-DK" dirty="0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597663" y="0"/>
            <a:ext cx="182683" cy="278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0668" tIns="47148" rIns="90668" bIns="47148" numCol="1" anchor="t" anchorCtr="0" compatLnSpc="1">
            <a:prstTxWarp prst="textNoShape">
              <a:avLst/>
            </a:prstTxWarp>
            <a:spAutoFit/>
          </a:bodyPr>
          <a:lstStyle>
            <a:lvl1pPr algn="r" defTabSz="920615">
              <a:spcBef>
                <a:spcPct val="0"/>
              </a:spcBef>
              <a:defRPr b="1"/>
            </a:lvl1pPr>
          </a:lstStyle>
          <a:p>
            <a:endParaRPr lang="da-DK" dirty="0"/>
          </a:p>
        </p:txBody>
      </p:sp>
      <p:sp>
        <p:nvSpPr>
          <p:cNvPr id="310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632120"/>
            <a:ext cx="182683" cy="27820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0668" tIns="47148" rIns="90668" bIns="47148" numCol="1" anchor="b" anchorCtr="0" compatLnSpc="1">
            <a:prstTxWarp prst="textNoShape">
              <a:avLst/>
            </a:prstTxWarp>
            <a:spAutoFit/>
          </a:bodyPr>
          <a:lstStyle>
            <a:lvl1pPr algn="l" defTabSz="920615">
              <a:spcBef>
                <a:spcPct val="0"/>
              </a:spcBef>
              <a:defRPr b="1"/>
            </a:lvl1pPr>
          </a:lstStyle>
          <a:p>
            <a:endParaRPr lang="da-DK" dirty="0"/>
          </a:p>
        </p:txBody>
      </p:sp>
      <p:sp>
        <p:nvSpPr>
          <p:cNvPr id="310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409687" y="9630439"/>
            <a:ext cx="370659" cy="279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0668" tIns="47148" rIns="90668" bIns="47148" numCol="1" anchor="b" anchorCtr="0" compatLnSpc="1">
            <a:prstTxWarp prst="textNoShape">
              <a:avLst/>
            </a:prstTxWarp>
            <a:spAutoFit/>
          </a:bodyPr>
          <a:lstStyle>
            <a:lvl1pPr algn="r" defTabSz="920615">
              <a:spcBef>
                <a:spcPct val="0"/>
              </a:spcBef>
              <a:defRPr b="1"/>
            </a:lvl1pPr>
          </a:lstStyle>
          <a:p>
            <a:fld id="{759B724C-78FC-4698-BDE4-19F15588D530}" type="slidenum">
              <a:rPr lang="da-DK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62853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7429" cy="496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62" tIns="45930" rIns="91862" bIns="45930" numCol="1" anchor="t" anchorCtr="0" compatLnSpc="1">
            <a:prstTxWarp prst="textNoShape">
              <a:avLst/>
            </a:prstTxWarp>
          </a:bodyPr>
          <a:lstStyle>
            <a:lvl1pPr algn="l" defTabSz="917412">
              <a:spcBef>
                <a:spcPct val="0"/>
              </a:spcBef>
              <a:defRPr/>
            </a:lvl1pPr>
          </a:lstStyle>
          <a:p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072" y="1"/>
            <a:ext cx="2947429" cy="496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62" tIns="45930" rIns="91862" bIns="45930" numCol="1" anchor="t" anchorCtr="0" compatLnSpc="1">
            <a:prstTxWarp prst="textNoShape">
              <a:avLst/>
            </a:prstTxWarp>
          </a:bodyPr>
          <a:lstStyle>
            <a:lvl1pPr algn="r" defTabSz="917412">
              <a:spcBef>
                <a:spcPct val="0"/>
              </a:spcBef>
              <a:defRPr/>
            </a:lvl1pPr>
          </a:lstStyle>
          <a:p>
            <a:endParaRPr lang="en-GB" dirty="0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9613" y="744538"/>
            <a:ext cx="537845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907" y="4715186"/>
            <a:ext cx="5382125" cy="1089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Klik for at redigere teksttypografien i masteren</a:t>
            </a:r>
          </a:p>
          <a:p>
            <a:pPr lvl="1"/>
            <a:r>
              <a:rPr lang="en-GB"/>
              <a:t>Andet niveau</a:t>
            </a:r>
          </a:p>
          <a:p>
            <a:pPr lvl="2"/>
            <a:r>
              <a:rPr lang="en-GB"/>
              <a:t>Tredje niveau</a:t>
            </a:r>
          </a:p>
          <a:p>
            <a:pPr lvl="3"/>
            <a:r>
              <a:rPr lang="en-GB"/>
              <a:t>Fjerde niveau</a:t>
            </a:r>
          </a:p>
          <a:p>
            <a:pPr lvl="4"/>
            <a:r>
              <a:rPr lang="en-GB"/>
              <a:t>Femte niveau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5236"/>
            <a:ext cx="2947429" cy="496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62" tIns="45930" rIns="91862" bIns="45930" numCol="1" anchor="b" anchorCtr="0" compatLnSpc="1">
            <a:prstTxWarp prst="textNoShape">
              <a:avLst/>
            </a:prstTxWarp>
          </a:bodyPr>
          <a:lstStyle>
            <a:lvl1pPr algn="l" defTabSz="917412">
              <a:spcBef>
                <a:spcPct val="0"/>
              </a:spcBef>
              <a:defRPr/>
            </a:lvl1pPr>
          </a:lstStyle>
          <a:p>
            <a:endParaRPr lang="en-GB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072" y="9435236"/>
            <a:ext cx="2947429" cy="496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62" tIns="45930" rIns="91862" bIns="45930" numCol="1" anchor="b" anchorCtr="0" compatLnSpc="1">
            <a:prstTxWarp prst="textNoShape">
              <a:avLst/>
            </a:prstTxWarp>
          </a:bodyPr>
          <a:lstStyle>
            <a:lvl1pPr algn="r" defTabSz="917412">
              <a:spcBef>
                <a:spcPct val="0"/>
              </a:spcBef>
              <a:defRPr/>
            </a:lvl1pPr>
          </a:lstStyle>
          <a:p>
            <a:fld id="{1D57CA6B-6BE3-424D-A16A-79990923526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53675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5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36525" indent="-134938" algn="l" rtl="0" eaLnBrk="0" fontAlgn="base" hangingPunct="0">
      <a:spcBef>
        <a:spcPct val="50000"/>
      </a:spcBef>
      <a:spcAft>
        <a:spcPct val="0"/>
      </a:spcAft>
      <a:buChar char="•"/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285750" indent="-147638" algn="l" rtl="0" eaLnBrk="0" fontAlgn="base" hangingPunct="0">
      <a:spcBef>
        <a:spcPct val="50000"/>
      </a:spcBef>
      <a:spcAft>
        <a:spcPct val="0"/>
      </a:spcAft>
      <a:buChar char="–"/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422275" indent="-134938" algn="l" rtl="0" eaLnBrk="0" fontAlgn="base" hangingPunct="0">
      <a:spcBef>
        <a:spcPct val="50000"/>
      </a:spcBef>
      <a:spcAft>
        <a:spcPct val="0"/>
      </a:spcAft>
      <a:buChar char="·"/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571500" indent="-147638" algn="l" rtl="0" eaLnBrk="0" fontAlgn="base" hangingPunct="0">
      <a:spcBef>
        <a:spcPct val="50000"/>
      </a:spcBef>
      <a:spcAft>
        <a:spcPct val="0"/>
      </a:spcAft>
      <a:buChar char="»"/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787660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6" name="Objekt 5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685-18E4-42C6-9DE6-03B17B9A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41A5A4-C9A9-40A1-A0B2-2F0ACC7DE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12399" y="6356350"/>
            <a:ext cx="378000" cy="190800"/>
          </a:xfrm>
          <a:prstGeom prst="rect">
            <a:avLst/>
          </a:prstGeom>
        </p:spPr>
        <p:txBody>
          <a:bodyPr/>
          <a:lstStyle/>
          <a:p>
            <a:fld id="{66AFC10B-F707-4E2E-A165-AA17571AEF0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A202B8-2B66-8F42-B99A-FF95187B34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47275" y="6593488"/>
            <a:ext cx="3142800" cy="136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900">
                <a:solidFill>
                  <a:srgbClr val="7DD8C7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900" spc="100" dirty="0">
              <a:solidFill>
                <a:srgbClr val="7DD8C7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598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3" name="Rectangle 69" hidden="1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802513546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0" imgH="0" progId="TCLayout.ActiveDocument.1">
                  <p:embed/>
                </p:oleObj>
              </mc:Choice>
              <mc:Fallback>
                <p:oleObj name="think-cell Slide" r:id="rId6" imgW="0" imgH="0" progId="TCLayout.ActiveDocument.1">
                  <p:embed/>
                  <p:pic>
                    <p:nvPicPr>
                      <p:cNvPr id="1093" name="Rectangle 69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57D2D77-B9BE-4E52-AA15-03429B98053D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509AAF"/>
          </a:solidFill>
          <a:ln w="12700">
            <a:noFill/>
            <a:round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l" ea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solidFill>
                <a:schemeClr val="tx2"/>
              </a:solidFill>
              <a:latin typeface="IBM Plex Sans SemiBold" panose="020B0703050203000203" pitchFamily="34" charset="0"/>
              <a:ea typeface="+mn-ea"/>
              <a:cs typeface="Poppins Black" panose="00000A00000000000000" pitchFamily="2" charset="0"/>
              <a:sym typeface="IBM Plex Sans SemiBold" panose="020B0703050203000203" pitchFamily="34" charset="0"/>
            </a:endParaRPr>
          </a:p>
        </p:txBody>
      </p:sp>
      <p:sp>
        <p:nvSpPr>
          <p:cNvPr id="3" name="[WorkArea]" descr="&lt;?xml version=&quot;1.0&quot; encoding=&quot;utf-16&quot;?&gt;&#10;&lt;GridTheme xmlns:xsd=&quot;http://www.w3.org/2001/XMLSchema&quot; xmlns:xsi=&quot;http://www.w3.org/2001/XMLSchema-instance&quot;&gt;&#10;  &lt;GuideLines /&gt;&#10;  &lt;WorkArea&gt;&#10;    &lt;Top&gt;94.12504&lt;/Top&gt;&#10;    &lt;Left&gt;32.87504&lt;/Left&gt;&#10;    &lt;Width&gt;714.374939&lt;/Width&gt;&#10;    &lt;Height&gt;388.374969&lt;/Height&gt;&#10;  &lt;/WorkArea&gt;&#10;  &lt;AspectW&gt;-1&lt;/AspectW&gt;&#10;  &lt;AspectH&gt;-1&lt;/AspectH&gt;&#10;  &lt;Width&gt;780&lt;/Width&gt;&#10;  &lt;Height&gt;540&lt;/Height&gt;&#10;  &lt;HGap&gt;5&lt;/HGap&gt;&#10;  &lt;VGap&gt;5&lt;/VGap&gt;&#10;  &lt;OfficeVersion&gt;-1&lt;/OfficeVersion&gt;&#10;&lt;/GridTheme&gt;" hidden="1"/>
          <p:cNvSpPr/>
          <p:nvPr userDrawn="1"/>
        </p:nvSpPr>
        <p:spPr bwMode="auto">
          <a:xfrm>
            <a:off x="417513" y="1195388"/>
            <a:ext cx="9072562" cy="4932362"/>
          </a:xfrm>
          <a:prstGeom prst="rect">
            <a:avLst/>
          </a:prstGeom>
          <a:solidFill>
            <a:srgbClr val="EAEAEA">
              <a:alpha val="50000"/>
            </a:srgbClr>
          </a:solidFill>
          <a:ln w="9525" cap="flat" cmpd="sng" algn="ctr">
            <a:solidFill>
              <a:schemeClr val="accent2"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ctr">
            <a:noAutofit/>
          </a:bodyPr>
          <a:lstStyle/>
          <a:p>
            <a:pPr algn="l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39A20-80A6-4069-9C97-426C4B5153C9}"/>
              </a:ext>
            </a:extLst>
          </p:cNvPr>
          <p:cNvSpPr txBox="1"/>
          <p:nvPr userDrawn="1"/>
        </p:nvSpPr>
        <p:spPr>
          <a:xfrm>
            <a:off x="417513" y="134956"/>
            <a:ext cx="2039937" cy="374571"/>
          </a:xfrm>
          <a:prstGeom prst="roundRect">
            <a:avLst/>
          </a:prstGeom>
          <a:noFill/>
          <a:ln w="12700">
            <a:solidFill>
              <a:srgbClr val="612C83"/>
            </a:solidFill>
          </a:ln>
        </p:spPr>
        <p:txBody>
          <a:bodyPr wrap="square" lIns="182880" rtlCol="0">
            <a:spAutoFit/>
          </a:bodyPr>
          <a:lstStyle/>
          <a:p>
            <a:pPr algn="l"/>
            <a:r>
              <a:rPr lang="en-US" sz="1600" dirty="0">
                <a:solidFill>
                  <a:srgbClr val="509AAF"/>
                </a:solidFill>
                <a:latin typeface="IBM Plex Sans Light" panose="020B0403050203000203" pitchFamily="34" charset="0"/>
                <a:cs typeface="Poppins Medium" panose="00000600000000000000" pitchFamily="2" charset="0"/>
              </a:rPr>
              <a:t>Executive Advisors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9C4C58-F676-44F7-8162-7FCCA3EF79FD}"/>
              </a:ext>
            </a:extLst>
          </p:cNvPr>
          <p:cNvSpPr/>
          <p:nvPr userDrawn="1"/>
        </p:nvSpPr>
        <p:spPr bwMode="auto">
          <a:xfrm>
            <a:off x="417513" y="1214399"/>
            <a:ext cx="547016" cy="204311"/>
          </a:xfrm>
          <a:prstGeom prst="roundRect">
            <a:avLst/>
          </a:prstGeom>
          <a:solidFill>
            <a:srgbClr val="612C83"/>
          </a:solidFill>
          <a:ln w="12700">
            <a:noFill/>
            <a:round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E8D96-1F9F-4862-84B8-4326461C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3" y="661932"/>
            <a:ext cx="8543925" cy="539750"/>
          </a:xfrm>
          <a:prstGeom prst="rect">
            <a:avLst/>
          </a:prstGeom>
        </p:spPr>
        <p:txBody>
          <a:bodyPr vert="horz" lIns="182880" tIns="45720" rIns="182880" bIns="45720" rtlCol="0" anchor="t" anchorCtr="0">
            <a:normAutofit/>
          </a:bodyPr>
          <a:lstStyle/>
          <a:p>
            <a:r>
              <a:rPr lang="en-US" dirty="0"/>
              <a:t>Title goes here in IBM </a:t>
            </a:r>
            <a:r>
              <a:rPr lang="en-US" dirty="0" err="1"/>
              <a:t>SemiBold</a:t>
            </a:r>
            <a:r>
              <a:rPr lang="en-US" dirty="0"/>
              <a:t> size24</a:t>
            </a:r>
            <a:endParaRPr lang="de-DE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3DA38CC-FDC4-974F-A8CC-D1E7E5646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2399" y="6356350"/>
            <a:ext cx="378000" cy="19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7DD8C7"/>
                </a:solidFill>
              </a:defRPr>
            </a:lvl1pPr>
          </a:lstStyle>
          <a:p>
            <a:fld id="{66AFC10B-F707-4E2E-A165-AA17571AEF08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</p:sldLayoutIdLst>
  <p:transition>
    <p:fade/>
  </p:transition>
  <p:hf hdr="0" ftr="0" dt="0"/>
  <p:txStyles>
    <p:titleStyle>
      <a:lvl1pPr algn="l" rtl="0" eaLnBrk="1" fontAlgn="base" hangingPunct="1">
        <a:spcBef>
          <a:spcPct val="50000"/>
        </a:spcBef>
        <a:spcAft>
          <a:spcPct val="0"/>
        </a:spcAft>
        <a:defRPr lang="de-DE" sz="2400" b="0" kern="1200" dirty="0">
          <a:solidFill>
            <a:srgbClr val="509AAF"/>
          </a:solidFill>
          <a:latin typeface="IBM Plex Sans SemiBold" panose="020B0703050203000203" pitchFamily="34" charset="0"/>
          <a:ea typeface="+mn-ea"/>
          <a:cs typeface="Poppins Black" panose="00000A00000000000000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1600" b="1">
          <a:solidFill>
            <a:schemeClr val="tx2"/>
          </a:solidFill>
          <a:latin typeface="Arial" charset="0"/>
        </a:defRPr>
      </a:lvl9pPr>
    </p:titleStyle>
    <p:bodyStyle>
      <a:lvl1pPr algn="l" rtl="0" eaLnBrk="1" fontAlgn="base" hangingPunct="1">
        <a:spcBef>
          <a:spcPct val="50000"/>
        </a:spcBef>
        <a:spcAft>
          <a:spcPct val="0"/>
        </a:spcAft>
        <a:defRPr sz="1200">
          <a:solidFill>
            <a:srgbClr val="000000"/>
          </a:solidFill>
          <a:latin typeface="Raleway" panose="020B0503030101060003" pitchFamily="34" charset="0"/>
          <a:ea typeface="+mn-ea"/>
          <a:cs typeface="+mn-cs"/>
        </a:defRPr>
      </a:lvl1pPr>
      <a:lvl2pPr marL="136525" indent="-134938" algn="l" rtl="0" eaLnBrk="1" fontAlgn="base" hangingPunct="1">
        <a:spcBef>
          <a:spcPct val="50000"/>
        </a:spcBef>
        <a:spcAft>
          <a:spcPct val="0"/>
        </a:spcAft>
        <a:buChar char="•"/>
        <a:defRPr sz="1200">
          <a:solidFill>
            <a:srgbClr val="000000"/>
          </a:solidFill>
          <a:latin typeface="Raleway" panose="020B0503030101060003" pitchFamily="34" charset="0"/>
        </a:defRPr>
      </a:lvl2pPr>
      <a:lvl3pPr marL="285750" indent="-147638" algn="l" rtl="0" eaLnBrk="1" fontAlgn="base" hangingPunct="1">
        <a:spcBef>
          <a:spcPct val="50000"/>
        </a:spcBef>
        <a:spcAft>
          <a:spcPct val="0"/>
        </a:spcAft>
        <a:buChar char="–"/>
        <a:defRPr sz="1200">
          <a:solidFill>
            <a:srgbClr val="000000"/>
          </a:solidFill>
          <a:latin typeface="Raleway" panose="020B0503030101060003" pitchFamily="34" charset="0"/>
        </a:defRPr>
      </a:lvl3pPr>
      <a:lvl4pPr marL="422275" indent="-134938" algn="l" rtl="0" eaLnBrk="1" fontAlgn="base" hangingPunct="1">
        <a:spcBef>
          <a:spcPct val="50000"/>
        </a:spcBef>
        <a:spcAft>
          <a:spcPct val="0"/>
        </a:spcAft>
        <a:buChar char="·"/>
        <a:defRPr sz="1200">
          <a:solidFill>
            <a:srgbClr val="000000"/>
          </a:solidFill>
          <a:latin typeface="Raleway" panose="020B0503030101060003" pitchFamily="34" charset="0"/>
        </a:defRPr>
      </a:lvl4pPr>
      <a:lvl5pPr marL="571500" indent="-147638" algn="l" rtl="0" eaLnBrk="1" fontAlgn="base" hangingPunct="1">
        <a:spcBef>
          <a:spcPct val="50000"/>
        </a:spcBef>
        <a:spcAft>
          <a:spcPct val="0"/>
        </a:spcAft>
        <a:buChar char="»"/>
        <a:defRPr sz="1200">
          <a:solidFill>
            <a:srgbClr val="000000"/>
          </a:solidFill>
          <a:latin typeface="Raleway" panose="020B0503030101060003" pitchFamily="34" charset="0"/>
        </a:defRPr>
      </a:lvl5pPr>
      <a:lvl6pPr marL="1028700" indent="-147638" algn="l" rtl="0" eaLnBrk="1" fontAlgn="base" hangingPunct="1">
        <a:spcBef>
          <a:spcPct val="5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1485900" indent="-147638" algn="l" rtl="0" eaLnBrk="1" fontAlgn="base" hangingPunct="1">
        <a:spcBef>
          <a:spcPct val="5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1943100" indent="-147638" algn="l" rtl="0" eaLnBrk="1" fontAlgn="base" hangingPunct="1">
        <a:spcBef>
          <a:spcPct val="5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2400300" indent="-147638" algn="l" rtl="0" eaLnBrk="1" fontAlgn="base" hangingPunct="1">
        <a:spcBef>
          <a:spcPct val="5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3" userDrawn="1">
          <p15:clr>
            <a:srgbClr val="F26B43"/>
          </p15:clr>
        </p15:guide>
        <p15:guide id="2" pos="5978" userDrawn="1">
          <p15:clr>
            <a:srgbClr val="F26B43"/>
          </p15:clr>
        </p15:guide>
        <p15:guide id="3" orient="horz" pos="753" userDrawn="1">
          <p15:clr>
            <a:srgbClr val="F26B43"/>
          </p15:clr>
        </p15:guide>
        <p15:guide id="4" orient="horz" pos="4197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6" orient="horz" pos="3959" userDrawn="1">
          <p15:clr>
            <a:srgbClr val="F26B43"/>
          </p15:clr>
        </p15:guide>
        <p15:guide id="7" orient="horz" pos="958" userDrawn="1">
          <p15:clr>
            <a:srgbClr val="F26B43"/>
          </p15:clr>
        </p15:guide>
        <p15:guide id="8" pos="2961" userDrawn="1">
          <p15:clr>
            <a:srgbClr val="F26B43"/>
          </p15:clr>
        </p15:guide>
        <p15:guide id="9" pos="32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1597" name="Object 1091596" hidden="1">
            <a:extLst>
              <a:ext uri="{FF2B5EF4-FFF2-40B4-BE49-F238E27FC236}">
                <a16:creationId xmlns:a16="http://schemas.microsoft.com/office/drawing/2014/main" id="{D647CDB1-A949-4963-953A-1FFF0E589D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76658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1091597" name="Object 1091596" hidden="1">
                        <a:extLst>
                          <a:ext uri="{FF2B5EF4-FFF2-40B4-BE49-F238E27FC236}">
                            <a16:creationId xmlns:a16="http://schemas.microsoft.com/office/drawing/2014/main" id="{D647CDB1-A949-4963-953A-1FFF0E589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large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052701DA-2610-4D31-B1B1-7EDC46BADFC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8711FB-17BD-472A-BD98-2FE8F3173AC3}"/>
              </a:ext>
            </a:extLst>
          </p:cNvPr>
          <p:cNvSpPr/>
          <p:nvPr/>
        </p:nvSpPr>
        <p:spPr bwMode="auto">
          <a:xfrm>
            <a:off x="1" y="-1"/>
            <a:ext cx="9906000" cy="6858001"/>
          </a:xfrm>
          <a:prstGeom prst="rect">
            <a:avLst/>
          </a:prstGeom>
          <a:gradFill>
            <a:gsLst>
              <a:gs pos="0">
                <a:srgbClr val="509AAF">
                  <a:alpha val="80000"/>
                </a:srgbClr>
              </a:gs>
              <a:gs pos="100000">
                <a:srgbClr val="612C83">
                  <a:alpha val="80000"/>
                </a:srgbClr>
              </a:gs>
            </a:gsLst>
            <a:lin ang="0" scaled="1"/>
          </a:gradFill>
          <a:ln w="12700">
            <a:noFill/>
            <a:round/>
            <a:headEnd/>
            <a:tailEnd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de-DE" dirty="0">
              <a:solidFill>
                <a:schemeClr val="tx2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AE26D-CC9F-47BF-A9A1-710F96A7BC28}"/>
              </a:ext>
            </a:extLst>
          </p:cNvPr>
          <p:cNvSpPr txBox="1"/>
          <p:nvPr/>
        </p:nvSpPr>
        <p:spPr>
          <a:xfrm>
            <a:off x="7471681" y="227576"/>
            <a:ext cx="2016595" cy="374571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BM Plex Sans Light" panose="020B0403050203000203" pitchFamily="34" charset="0"/>
                <a:cs typeface="Poppins Medium" panose="00000600000000000000" pitchFamily="2" charset="0"/>
              </a:rPr>
              <a:t>Executive Advisors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A1400F0-82CB-4D93-A084-3633CD2C8AA3}"/>
              </a:ext>
            </a:extLst>
          </p:cNvPr>
          <p:cNvSpPr/>
          <p:nvPr/>
        </p:nvSpPr>
        <p:spPr bwMode="auto">
          <a:xfrm>
            <a:off x="417513" y="4039790"/>
            <a:ext cx="547016" cy="204311"/>
          </a:xfrm>
          <a:prstGeom prst="roundRect">
            <a:avLst/>
          </a:prstGeom>
          <a:solidFill>
            <a:srgbClr val="F5FFC3"/>
          </a:solidFill>
          <a:ln w="12700">
            <a:noFill/>
            <a:round/>
            <a:headEnd/>
            <a:tailEnd/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7BA80-6C68-4A95-932A-D083B9463CFF}"/>
              </a:ext>
            </a:extLst>
          </p:cNvPr>
          <p:cNvSpPr txBox="1"/>
          <p:nvPr/>
        </p:nvSpPr>
        <p:spPr>
          <a:xfrm>
            <a:off x="417513" y="4350721"/>
            <a:ext cx="7672387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IBM Plex Sans SemiBold" panose="020B0703050203000203" pitchFamily="34" charset="0"/>
                <a:cs typeface="Poppins Black" panose="00000A00000000000000" pitchFamily="2" charset="0"/>
              </a:rPr>
              <a:t>Client guidelines example</a:t>
            </a:r>
            <a:br>
              <a:rPr lang="en-US" sz="3600" dirty="0">
                <a:solidFill>
                  <a:schemeClr val="bg1"/>
                </a:solidFill>
                <a:latin typeface="IBM Plex Sans SemiBold" panose="020B0703050203000203" pitchFamily="34" charset="0"/>
                <a:cs typeface="Poppins Black" panose="00000A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IBM Plex Sans SemiBold" panose="020B0703050203000203" pitchFamily="34" charset="0"/>
                <a:cs typeface="Poppins Black" panose="00000A00000000000000" pitchFamily="2" charset="0"/>
              </a:rPr>
              <a:t>Name of client: </a:t>
            </a:r>
            <a:r>
              <a:rPr lang="en-US" sz="3600" dirty="0">
                <a:solidFill>
                  <a:srgbClr val="F5FFC3"/>
                </a:solidFill>
                <a:latin typeface="IBM Plex Sans SemiBold" panose="020B0703050203000203" pitchFamily="34" charset="0"/>
                <a:cs typeface="Poppins Black" panose="00000A00000000000000" pitchFamily="2" charset="0"/>
              </a:rPr>
              <a:t>Executive Advisors</a:t>
            </a:r>
          </a:p>
        </p:txBody>
      </p:sp>
    </p:spTree>
    <p:extLst>
      <p:ext uri="{BB962C8B-B14F-4D97-AF65-F5344CB8AC3E}">
        <p14:creationId xmlns:p14="http://schemas.microsoft.com/office/powerpoint/2010/main" val="417187710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120F-83F5-4E8A-83FC-FD365841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solving precautions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B6AF6-FC52-4A39-BFEC-051D99FA0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FC10B-F707-4E2E-A165-AA17571AEF0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A8F66-D3AE-4A05-BE79-BC39C70008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Brush-ups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26F52-2155-1C51-511E-B1F2EFC3B314}"/>
              </a:ext>
            </a:extLst>
          </p:cNvPr>
          <p:cNvSpPr/>
          <p:nvPr/>
        </p:nvSpPr>
        <p:spPr bwMode="auto">
          <a:xfrm>
            <a:off x="417513" y="1524000"/>
            <a:ext cx="9072562" cy="47625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600" b="1" dirty="0">
              <a:solidFill>
                <a:srgbClr val="FF0000"/>
              </a:solidFill>
              <a:latin typeface="IBM Plex Sans" panose="020B0503050203000203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A2CD2CD-6B16-4D8E-2283-DAB85DAAE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120695"/>
              </p:ext>
            </p:extLst>
          </p:nvPr>
        </p:nvGraphicFramePr>
        <p:xfrm>
          <a:off x="417513" y="1538577"/>
          <a:ext cx="9070974" cy="4746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92933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B2C4-14D2-0A70-8339-A97D204D0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Financing Pros and Cons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E39ACB-84F7-3B3A-C4ED-703D54FB7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FC10B-F707-4E2E-A165-AA17571AEF08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C6BC2-D8FE-9FFE-3374-2DE3D79838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Visual Enhancement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50C93-1D2A-47B8-817B-13D98BD96C32}"/>
              </a:ext>
            </a:extLst>
          </p:cNvPr>
          <p:cNvSpPr/>
          <p:nvPr/>
        </p:nvSpPr>
        <p:spPr bwMode="auto">
          <a:xfrm>
            <a:off x="416719" y="1524000"/>
            <a:ext cx="9072562" cy="476250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600" b="1" dirty="0">
              <a:solidFill>
                <a:srgbClr val="FF0000"/>
              </a:solidFill>
              <a:latin typeface="IBM Plex Sans" panose="020B0503050203000203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437AF3-3191-5D67-AD53-0D5F22E09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5699417"/>
              </p:ext>
            </p:extLst>
          </p:nvPr>
        </p:nvGraphicFramePr>
        <p:xfrm>
          <a:off x="415925" y="1965959"/>
          <a:ext cx="4284663" cy="4318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3A543C-0216-EBB2-52AC-9FC1A06E4330}"/>
              </a:ext>
            </a:extLst>
          </p:cNvPr>
          <p:cNvSpPr txBox="1"/>
          <p:nvPr/>
        </p:nvSpPr>
        <p:spPr>
          <a:xfrm>
            <a:off x="417513" y="1524000"/>
            <a:ext cx="4284663" cy="440371"/>
          </a:xfrm>
          <a:prstGeom prst="rect">
            <a:avLst/>
          </a:prstGeom>
        </p:spPr>
        <p:txBody>
          <a:bodyPr vert="horz" lIns="182880" tIns="45720" rIns="182880" bIns="45720" rtlCol="0" anchor="t" anchorCtr="0">
            <a:normAutofit/>
          </a:bodyPr>
          <a:lstStyle>
            <a:lvl1pPr algn="l" eaLnBrk="1" hangingPunct="1">
              <a:defRPr lang="de-DE" sz="2400" b="0" dirty="0">
                <a:solidFill>
                  <a:srgbClr val="509AAF"/>
                </a:solidFill>
                <a:latin typeface="IBM Plex Sans SemiBold" panose="020B0703050203000203" pitchFamily="34" charset="0"/>
                <a:cs typeface="Poppins Black" panose="00000A00000000000000" pitchFamily="2" charset="0"/>
              </a:defRPr>
            </a:lvl1pPr>
            <a:lvl2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2pPr>
            <a:lvl3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3pPr>
            <a:lvl4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4pPr>
            <a:lvl5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600" dirty="0">
                <a:latin typeface="IBM Plex Sans" panose="020B0503050203000203" pitchFamily="34" charset="0"/>
              </a:rPr>
              <a:t>Pros Of Financing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EF90A-7CAB-6F84-64AE-97B3A935E4D8}"/>
              </a:ext>
            </a:extLst>
          </p:cNvPr>
          <p:cNvSpPr txBox="1"/>
          <p:nvPr/>
        </p:nvSpPr>
        <p:spPr>
          <a:xfrm>
            <a:off x="5205413" y="1524000"/>
            <a:ext cx="4284663" cy="440371"/>
          </a:xfrm>
          <a:prstGeom prst="rect">
            <a:avLst/>
          </a:prstGeom>
        </p:spPr>
        <p:txBody>
          <a:bodyPr vert="horz" lIns="182880" tIns="45720" rIns="182880" bIns="45720" rtlCol="0" anchor="t" anchorCtr="0">
            <a:normAutofit/>
          </a:bodyPr>
          <a:lstStyle>
            <a:defPPr>
              <a:defRPr lang="en-US"/>
            </a:defPPr>
            <a:lvl1pPr eaLnBrk="1" hangingPunct="1">
              <a:defRPr sz="1600" b="0">
                <a:solidFill>
                  <a:srgbClr val="509AAF"/>
                </a:solidFill>
                <a:latin typeface="IBM Plex Sans" panose="020B0503050203000203" pitchFamily="34" charset="0"/>
                <a:cs typeface="Poppins Black" panose="00000A00000000000000" pitchFamily="2" charset="0"/>
              </a:defRPr>
            </a:lvl1pPr>
            <a:lvl2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2pPr>
            <a:lvl3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3pPr>
            <a:lvl4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4pPr>
            <a:lvl5pPr algn="l" eaLnBrk="1" hangingPunct="1">
              <a:spcBef>
                <a:spcPct val="0"/>
              </a:spcBef>
              <a:defRPr sz="1600" b="1">
                <a:solidFill>
                  <a:schemeClr val="tx2"/>
                </a:solidFill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Cons Of Financing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88AEBCC-1D7E-446F-7C82-47BD343A3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765257"/>
              </p:ext>
            </p:extLst>
          </p:nvPr>
        </p:nvGraphicFramePr>
        <p:xfrm>
          <a:off x="5205413" y="1964371"/>
          <a:ext cx="4283074" cy="4320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194867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F2919-B8D2-D1C2-7A58-64C05947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Communication Pitfalls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24A715-3AF4-7204-3C4D-97A091FDA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FC10B-F707-4E2E-A165-AA17571AEF08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71DD9-30B1-1735-56AC-5150C4D1C0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Icons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1EB09-22A9-7A15-C150-0E99E9C38EAE}"/>
              </a:ext>
            </a:extLst>
          </p:cNvPr>
          <p:cNvSpPr/>
          <p:nvPr/>
        </p:nvSpPr>
        <p:spPr bwMode="auto">
          <a:xfrm>
            <a:off x="417513" y="1524000"/>
            <a:ext cx="9072562" cy="4832350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endParaRPr lang="en-US" sz="1600" b="1" dirty="0">
              <a:solidFill>
                <a:srgbClr val="FF0000"/>
              </a:solidFill>
              <a:latin typeface="IBM Plex Sans" panose="020B0503050203000203" pitchFamily="34" charset="0"/>
            </a:endParaRP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D892BC55-6F39-F450-AB87-934CFFE26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3" y="1524000"/>
            <a:ext cx="9070974" cy="467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8506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74CEA-ACC4-0D59-A412-63CA24C6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Excellence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B9588-EBC9-DAE0-E7EE-880C0CD81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FC10B-F707-4E2E-A165-AA17571AEF08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DD021-CA8B-0CBF-AAA8-720F52AE5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Alignment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0C52BAE-07CF-EACA-2655-C82737AB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3" y="2352100"/>
            <a:ext cx="9072562" cy="337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9343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6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v8_7jyQeSDJAYgCNZmo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10_Basis presentation UK">
  <a:themeElements>
    <a:clrScheme name="Executive Advisors">
      <a:dk1>
        <a:srgbClr val="509AAF"/>
      </a:dk1>
      <a:lt1>
        <a:srgbClr val="FFFFFF"/>
      </a:lt1>
      <a:dk2>
        <a:srgbClr val="F5FFC3"/>
      </a:dk2>
      <a:lt2>
        <a:srgbClr val="7D7D7D"/>
      </a:lt2>
      <a:accent1>
        <a:srgbClr val="612C83"/>
      </a:accent1>
      <a:accent2>
        <a:srgbClr val="D2D2D2"/>
      </a:accent2>
      <a:accent3>
        <a:srgbClr val="BFBFBF"/>
      </a:accent3>
      <a:accent4>
        <a:srgbClr val="C2B5BF"/>
      </a:accent4>
      <a:accent5>
        <a:srgbClr val="303030"/>
      </a:accent5>
      <a:accent6>
        <a:srgbClr val="E7E7EC"/>
      </a:accent6>
      <a:hlink>
        <a:srgbClr val="8C8C8C"/>
      </a:hlink>
      <a:folHlink>
        <a:srgbClr val="000000"/>
      </a:folHlink>
    </a:clrScheme>
    <a:fontScheme name="Custom 1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09AAF"/>
        </a:solidFill>
        <a:ln w="12700">
          <a:noFill/>
          <a:round/>
          <a:headEnd/>
          <a:tailEnd/>
        </a:ln>
      </a:spPr>
      <a:bodyPr wrap="square" lIns="0" tIns="0" rIns="0" bIns="0" rtlCol="0" anchor="ctr">
        <a:noAutofit/>
      </a:bodyPr>
      <a:lstStyle>
        <a:defPPr algn="l">
          <a:defRPr dirty="0">
            <a:solidFill>
              <a:schemeClr val="tx2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asis presentation DK 1">
        <a:dk1>
          <a:srgbClr val="002E5E"/>
        </a:dk1>
        <a:lt1>
          <a:srgbClr val="FFFFFF"/>
        </a:lt1>
        <a:dk2>
          <a:srgbClr val="002E5E"/>
        </a:dk2>
        <a:lt2>
          <a:srgbClr val="002E5E"/>
        </a:lt2>
        <a:accent1>
          <a:srgbClr val="FFFFFF"/>
        </a:accent1>
        <a:accent2>
          <a:srgbClr val="CDCDCD"/>
        </a:accent2>
        <a:accent3>
          <a:srgbClr val="FFFFFF"/>
        </a:accent3>
        <a:accent4>
          <a:srgbClr val="00264F"/>
        </a:accent4>
        <a:accent5>
          <a:srgbClr val="FFFFFF"/>
        </a:accent5>
        <a:accent6>
          <a:srgbClr val="BABABA"/>
        </a:accent6>
        <a:hlink>
          <a:srgbClr val="777777"/>
        </a:hlink>
        <a:folHlink>
          <a:srgbClr val="002E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sis presentation DK 2">
        <a:dk1>
          <a:srgbClr val="002E5E"/>
        </a:dk1>
        <a:lt1>
          <a:srgbClr val="FFFFFF"/>
        </a:lt1>
        <a:dk2>
          <a:srgbClr val="002E5E"/>
        </a:dk2>
        <a:lt2>
          <a:srgbClr val="002E5E"/>
        </a:lt2>
        <a:accent1>
          <a:srgbClr val="FFFFFF"/>
        </a:accent1>
        <a:accent2>
          <a:srgbClr val="979797"/>
        </a:accent2>
        <a:accent3>
          <a:srgbClr val="FFFFFF"/>
        </a:accent3>
        <a:accent4>
          <a:srgbClr val="00264F"/>
        </a:accent4>
        <a:accent5>
          <a:srgbClr val="FFFFFF"/>
        </a:accent5>
        <a:accent6>
          <a:srgbClr val="888888"/>
        </a:accent6>
        <a:hlink>
          <a:srgbClr val="494949"/>
        </a:hlink>
        <a:folHlink>
          <a:srgbClr val="002E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sis presentation DK 3">
        <a:dk1>
          <a:srgbClr val="002E5E"/>
        </a:dk1>
        <a:lt1>
          <a:srgbClr val="FFFFFF"/>
        </a:lt1>
        <a:dk2>
          <a:srgbClr val="002E5E"/>
        </a:dk2>
        <a:lt2>
          <a:srgbClr val="002E5E"/>
        </a:lt2>
        <a:accent1>
          <a:srgbClr val="FFFFFF"/>
        </a:accent1>
        <a:accent2>
          <a:srgbClr val="979797"/>
        </a:accent2>
        <a:accent3>
          <a:srgbClr val="FFFFFF"/>
        </a:accent3>
        <a:accent4>
          <a:srgbClr val="00264F"/>
        </a:accent4>
        <a:accent5>
          <a:srgbClr val="FFFFFF"/>
        </a:accent5>
        <a:accent6>
          <a:srgbClr val="888888"/>
        </a:accent6>
        <a:hlink>
          <a:srgbClr val="41ACE2"/>
        </a:hlink>
        <a:folHlink>
          <a:srgbClr val="002E5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M template new colors.pptx" id="{DBF6032C-74CD-4EB8-87D3-6A8A5ADA2D0A}" vid="{6B40890E-3518-4B1D-83AF-0511E7675902}"/>
    </a:ext>
  </a:extLst>
</a:theme>
</file>

<file path=ppt/theme/theme2.xml><?xml version="1.0" encoding="utf-8"?>
<a:theme xmlns:a="http://schemas.openxmlformats.org/drawingml/2006/main" name="Kontortema">
  <a:themeElements>
    <a:clrScheme name="">
      <a:dk1>
        <a:srgbClr val="000066"/>
      </a:dk1>
      <a:lt1>
        <a:srgbClr val="FFFFFF"/>
      </a:lt1>
      <a:dk2>
        <a:srgbClr val="000066"/>
      </a:dk2>
      <a:lt2>
        <a:srgbClr val="000000"/>
      </a:lt2>
      <a:accent1>
        <a:srgbClr val="FFFFFF"/>
      </a:accent1>
      <a:accent2>
        <a:srgbClr val="CDCDCD"/>
      </a:accent2>
      <a:accent3>
        <a:srgbClr val="FFFFFF"/>
      </a:accent3>
      <a:accent4>
        <a:srgbClr val="000056"/>
      </a:accent4>
      <a:accent5>
        <a:srgbClr val="FFFFFF"/>
      </a:accent5>
      <a:accent6>
        <a:srgbClr val="BABABA"/>
      </a:accent6>
      <a:hlink>
        <a:srgbClr val="777777"/>
      </a:hlink>
      <a:folHlink>
        <a:srgbClr val="000066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9ED4FCBFFE2141BEF8D275EC8A6B1F" ma:contentTypeVersion="10" ma:contentTypeDescription="Create a new document." ma:contentTypeScope="" ma:versionID="101d727554ea68a1f860d78d9b6d0120">
  <xsd:schema xmlns:xsd="http://www.w3.org/2001/XMLSchema" xmlns:xs="http://www.w3.org/2001/XMLSchema" xmlns:p="http://schemas.microsoft.com/office/2006/metadata/properties" xmlns:ns2="76bd1358-98cb-4bc6-9b1c-3f3d760f5768" xmlns:ns3="7da3498b-f732-4cff-b8b6-6fbc0cd175e9" targetNamespace="http://schemas.microsoft.com/office/2006/metadata/properties" ma:root="true" ma:fieldsID="e7cae75dc3f9ee10ea3848f6ca6771a9" ns2:_="" ns3:_="">
    <xsd:import namespace="76bd1358-98cb-4bc6-9b1c-3f3d760f5768"/>
    <xsd:import namespace="7da3498b-f732-4cff-b8b6-6fbc0cd17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d1358-98cb-4bc6-9b1c-3f3d760f57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3498b-f732-4cff-b8b6-6fbc0cd175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4949EB-D460-447E-BD5D-94A2AD359B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d1358-98cb-4bc6-9b1c-3f3d760f5768"/>
    <ds:schemaRef ds:uri="7da3498b-f732-4cff-b8b6-6fbc0cd175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7512EF-4A56-47BD-98DF-E5835B8FBFFE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76bd1358-98cb-4bc6-9b1c-3f3d760f5768"/>
    <ds:schemaRef ds:uri="http://purl.org/dc/dcmitype/"/>
    <ds:schemaRef ds:uri="http://schemas.microsoft.com/office/2006/metadata/properties"/>
    <ds:schemaRef ds:uri="http://schemas.openxmlformats.org/package/2006/metadata/core-properties"/>
    <ds:schemaRef ds:uri="7da3498b-f732-4cff-b8b6-6fbc0cd175e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E5A6E97-AAA1-4285-AB20-2CE2C74C06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 template new colors</Template>
  <TotalTime>25026</TotalTime>
  <Words>170</Words>
  <Application>Microsoft Office PowerPoint</Application>
  <PresentationFormat>A4 Paper (210x297 mm)</PresentationFormat>
  <Paragraphs>38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IBM Plex Sans Light</vt:lpstr>
      <vt:lpstr>Arial</vt:lpstr>
      <vt:lpstr>IBM Plex Sans </vt:lpstr>
      <vt:lpstr>IBM Plex Sans</vt:lpstr>
      <vt:lpstr>Poppins Medium</vt:lpstr>
      <vt:lpstr>Poppins</vt:lpstr>
      <vt:lpstr>IBM Plex Sans SemiBold</vt:lpstr>
      <vt:lpstr>Raleway</vt:lpstr>
      <vt:lpstr>2010_Basis presentation UK</vt:lpstr>
      <vt:lpstr>think-cell Slide</vt:lpstr>
      <vt:lpstr>PowerPoint Presentation</vt:lpstr>
      <vt:lpstr>Problem solving precautions </vt:lpstr>
      <vt:lpstr>Financing Pros and Cons</vt:lpstr>
      <vt:lpstr>Common Communication Pitfalls</vt:lpstr>
      <vt:lpstr>Targeting Excellence</vt:lpstr>
    </vt:vector>
  </TitlesOfParts>
  <Company>no-more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Anders Thomsen</dc:creator>
  <cp:lastModifiedBy>RAHUL SHAW</cp:lastModifiedBy>
  <cp:revision>973</cp:revision>
  <cp:lastPrinted>2016-08-13T15:57:21Z</cp:lastPrinted>
  <dcterms:created xsi:type="dcterms:W3CDTF">2016-08-13T12:33:55Z</dcterms:created>
  <dcterms:modified xsi:type="dcterms:W3CDTF">2025-12-26T17:13:57Z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1106578</vt:lpwstr>
  </property>
  <property fmtid="{D5CDD505-2E9C-101B-9397-08002B2CF9AE}" pid="3" name="NXPowerLiteVersion">
    <vt:lpwstr>D4.1.1</vt:lpwstr>
  </property>
  <property fmtid="{D5CDD505-2E9C-101B-9397-08002B2CF9AE}" pid="4" name="ContentTypeId">
    <vt:lpwstr>0x010100AB9ED4FCBFFE2141BEF8D275EC8A6B1F</vt:lpwstr>
  </property>
</Properties>
</file>